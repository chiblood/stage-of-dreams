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811A0-B3A9-4F00-BAE7-F935CAD439DD}" v="42" dt="2025-10-17T16:32:5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648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1326"/>
      </p:cViewPr>
      <p:guideLst>
        <p:guide pos="3840"/>
        <p:guide orient="horz" pos="1008"/>
        <p:guide orient="horz" pos="2160"/>
        <p:guide orient="horz" pos="3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Taylor" userId="c3d9b5bb4cd0a1fe" providerId="LiveId" clId="{AD2499E2-04A6-4FD8-B2DD-9F1066D5F19F}"/>
    <pc:docChg chg="undo custSel addSld modSld sldOrd modMainMaster">
      <pc:chgData name="Jack Taylor" userId="c3d9b5bb4cd0a1fe" providerId="LiveId" clId="{AD2499E2-04A6-4FD8-B2DD-9F1066D5F19F}" dt="2025-10-17T16:43:48.970" v="1144" actId="1037"/>
      <pc:docMkLst>
        <pc:docMk/>
      </pc:docMkLst>
      <pc:sldChg chg="addSp modSp mod">
        <pc:chgData name="Jack Taylor" userId="c3d9b5bb4cd0a1fe" providerId="LiveId" clId="{AD2499E2-04A6-4FD8-B2DD-9F1066D5F19F}" dt="2025-10-13T19:58:57.492" v="47" actId="1076"/>
        <pc:sldMkLst>
          <pc:docMk/>
          <pc:sldMk cId="1830128469" sldId="256"/>
        </pc:sldMkLst>
        <pc:picChg chg="add mod">
          <ac:chgData name="Jack Taylor" userId="c3d9b5bb4cd0a1fe" providerId="LiveId" clId="{AD2499E2-04A6-4FD8-B2DD-9F1066D5F19F}" dt="2025-10-13T19:58:57.492" v="47" actId="1076"/>
          <ac:picMkLst>
            <pc:docMk/>
            <pc:sldMk cId="1830128469" sldId="256"/>
            <ac:picMk id="2" creationId="{9EEE5B69-0D01-1342-8023-C60A407457F6}"/>
          </ac:picMkLst>
        </pc:picChg>
      </pc:sldChg>
      <pc:sldChg chg="addSp delSp modSp new mod ord">
        <pc:chgData name="Jack Taylor" userId="c3d9b5bb4cd0a1fe" providerId="LiveId" clId="{AD2499E2-04A6-4FD8-B2DD-9F1066D5F19F}" dt="2025-10-14T15:37:49.381" v="408" actId="20577"/>
        <pc:sldMkLst>
          <pc:docMk/>
          <pc:sldMk cId="2091717394" sldId="257"/>
        </pc:sldMkLst>
        <pc:spChg chg="mod">
          <ac:chgData name="Jack Taylor" userId="c3d9b5bb4cd0a1fe" providerId="LiveId" clId="{AD2499E2-04A6-4FD8-B2DD-9F1066D5F19F}" dt="2025-10-13T21:03:30.450" v="243" actId="20577"/>
          <ac:spMkLst>
            <pc:docMk/>
            <pc:sldMk cId="2091717394" sldId="257"/>
            <ac:spMk id="2" creationId="{4C5106B2-A94C-4D50-7E53-F8ED2DCB5037}"/>
          </ac:spMkLst>
        </pc:spChg>
        <pc:spChg chg="add mod">
          <ac:chgData name="Jack Taylor" userId="c3d9b5bb4cd0a1fe" providerId="LiveId" clId="{AD2499E2-04A6-4FD8-B2DD-9F1066D5F19F}" dt="2025-10-14T15:37:49.381" v="408" actId="20577"/>
          <ac:spMkLst>
            <pc:docMk/>
            <pc:sldMk cId="2091717394" sldId="257"/>
            <ac:spMk id="3" creationId="{2334D44B-EE4B-70E4-F11A-C797960BEE02}"/>
          </ac:spMkLst>
        </pc:spChg>
        <pc:spChg chg="mod topLvl">
          <ac:chgData name="Jack Taylor" userId="c3d9b5bb4cd0a1fe" providerId="LiveId" clId="{AD2499E2-04A6-4FD8-B2DD-9F1066D5F19F}" dt="2025-10-13T20:04:38.751" v="62" actId="1076"/>
          <ac:spMkLst>
            <pc:docMk/>
            <pc:sldMk cId="2091717394" sldId="257"/>
            <ac:spMk id="7" creationId="{FE193329-4E32-49A3-1241-B63B5CD1AD7C}"/>
          </ac:spMkLst>
        </pc:spChg>
        <pc:spChg chg="add mod">
          <ac:chgData name="Jack Taylor" userId="c3d9b5bb4cd0a1fe" providerId="LiveId" clId="{AD2499E2-04A6-4FD8-B2DD-9F1066D5F19F}" dt="2025-10-13T21:06:32.559" v="291" actId="164"/>
          <ac:spMkLst>
            <pc:docMk/>
            <pc:sldMk cId="2091717394" sldId="257"/>
            <ac:spMk id="11" creationId="{66F5ACF3-412C-546F-E3D1-B2460E412BE0}"/>
          </ac:spMkLst>
        </pc:spChg>
        <pc:spChg chg="add mod">
          <ac:chgData name="Jack Taylor" userId="c3d9b5bb4cd0a1fe" providerId="LiveId" clId="{AD2499E2-04A6-4FD8-B2DD-9F1066D5F19F}" dt="2025-10-13T21:02:42.699" v="237" actId="14100"/>
          <ac:spMkLst>
            <pc:docMk/>
            <pc:sldMk cId="2091717394" sldId="257"/>
            <ac:spMk id="12" creationId="{FC1C2B6E-EDC3-F9F0-2243-0AFF452EF10B}"/>
          </ac:spMkLst>
        </pc:spChg>
        <pc:spChg chg="add mod">
          <ac:chgData name="Jack Taylor" userId="c3d9b5bb4cd0a1fe" providerId="LiveId" clId="{AD2499E2-04A6-4FD8-B2DD-9F1066D5F19F}" dt="2025-10-13T21:06:39.960" v="292" actId="164"/>
          <ac:spMkLst>
            <pc:docMk/>
            <pc:sldMk cId="2091717394" sldId="257"/>
            <ac:spMk id="13" creationId="{76AEFC3E-CCF9-FB4B-6735-F8DC653FC12C}"/>
          </ac:spMkLst>
        </pc:spChg>
        <pc:spChg chg="add mod">
          <ac:chgData name="Jack Taylor" userId="c3d9b5bb4cd0a1fe" providerId="LiveId" clId="{AD2499E2-04A6-4FD8-B2DD-9F1066D5F19F}" dt="2025-10-13T20:59:16.154" v="214" actId="20577"/>
          <ac:spMkLst>
            <pc:docMk/>
            <pc:sldMk cId="2091717394" sldId="257"/>
            <ac:spMk id="14" creationId="{208C3F12-86B4-CC81-28DF-292104D6747C}"/>
          </ac:spMkLst>
        </pc:spChg>
        <pc:spChg chg="mod">
          <ac:chgData name="Jack Taylor" userId="c3d9b5bb4cd0a1fe" providerId="LiveId" clId="{AD2499E2-04A6-4FD8-B2DD-9F1066D5F19F}" dt="2025-10-13T21:01:46.522" v="220" actId="20577"/>
          <ac:spMkLst>
            <pc:docMk/>
            <pc:sldMk cId="2091717394" sldId="257"/>
            <ac:spMk id="17" creationId="{739DB669-2B25-89F0-D808-2E3EA8C0D48B}"/>
          </ac:spMkLst>
        </pc:spChg>
        <pc:spChg chg="add mod">
          <ac:chgData name="Jack Taylor" userId="c3d9b5bb4cd0a1fe" providerId="LiveId" clId="{AD2499E2-04A6-4FD8-B2DD-9F1066D5F19F}" dt="2025-10-13T21:02:26.487" v="229" actId="1076"/>
          <ac:spMkLst>
            <pc:docMk/>
            <pc:sldMk cId="2091717394" sldId="257"/>
            <ac:spMk id="18" creationId="{7BCEF424-7CF9-5B32-B3FE-22D3CA94226F}"/>
          </ac:spMkLst>
        </pc:spChg>
        <pc:spChg chg="add mod">
          <ac:chgData name="Jack Taylor" userId="c3d9b5bb4cd0a1fe" providerId="LiveId" clId="{AD2499E2-04A6-4FD8-B2DD-9F1066D5F19F}" dt="2025-10-13T21:02:28.558" v="230" actId="1076"/>
          <ac:spMkLst>
            <pc:docMk/>
            <pc:sldMk cId="2091717394" sldId="257"/>
            <ac:spMk id="19" creationId="{D8111E95-5911-532A-0D35-9F0DD83CCB31}"/>
          </ac:spMkLst>
        </pc:spChg>
        <pc:spChg chg="add mod">
          <ac:chgData name="Jack Taylor" userId="c3d9b5bb4cd0a1fe" providerId="LiveId" clId="{AD2499E2-04A6-4FD8-B2DD-9F1066D5F19F}" dt="2025-10-13T21:02:40.796" v="236" actId="1076"/>
          <ac:spMkLst>
            <pc:docMk/>
            <pc:sldMk cId="2091717394" sldId="257"/>
            <ac:spMk id="20" creationId="{DA9F6908-021E-04A7-FF66-295D57B5CD94}"/>
          </ac:spMkLst>
        </pc:spChg>
        <pc:grpChg chg="add mod">
          <ac:chgData name="Jack Taylor" userId="c3d9b5bb4cd0a1fe" providerId="LiveId" clId="{AD2499E2-04A6-4FD8-B2DD-9F1066D5F19F}" dt="2025-10-13T21:00:39.887" v="218" actId="1076"/>
          <ac:grpSpMkLst>
            <pc:docMk/>
            <pc:sldMk cId="2091717394" sldId="257"/>
            <ac:grpSpMk id="15" creationId="{64C8769F-8EB2-FFF5-F1C5-5441D537AA21}"/>
          </ac:grpSpMkLst>
        </pc:grpChg>
        <pc:grpChg chg="add mod">
          <ac:chgData name="Jack Taylor" userId="c3d9b5bb4cd0a1fe" providerId="LiveId" clId="{AD2499E2-04A6-4FD8-B2DD-9F1066D5F19F}" dt="2025-10-13T21:06:32.559" v="291" actId="164"/>
          <ac:grpSpMkLst>
            <pc:docMk/>
            <pc:sldMk cId="2091717394" sldId="257"/>
            <ac:grpSpMk id="23" creationId="{1B321CC0-FEC5-6B14-A7C1-C836847ED41D}"/>
          </ac:grpSpMkLst>
        </pc:grpChg>
        <pc:grpChg chg="add mod">
          <ac:chgData name="Jack Taylor" userId="c3d9b5bb4cd0a1fe" providerId="LiveId" clId="{AD2499E2-04A6-4FD8-B2DD-9F1066D5F19F}" dt="2025-10-13T21:06:39.960" v="292" actId="164"/>
          <ac:grpSpMkLst>
            <pc:docMk/>
            <pc:sldMk cId="2091717394" sldId="257"/>
            <ac:grpSpMk id="24" creationId="{48FB74E9-FC86-4AAD-C6FB-B3AB72F87B3E}"/>
          </ac:grpSpMkLst>
        </pc:grpChg>
        <pc:picChg chg="add mod ord">
          <ac:chgData name="Jack Taylor" userId="c3d9b5bb4cd0a1fe" providerId="LiveId" clId="{AD2499E2-04A6-4FD8-B2DD-9F1066D5F19F}" dt="2025-10-13T20:04:46.111" v="65" actId="1076"/>
          <ac:picMkLst>
            <pc:docMk/>
            <pc:sldMk cId="2091717394" sldId="257"/>
            <ac:picMk id="4" creationId="{0166B64B-135E-F760-307A-395276F28196}"/>
          </ac:picMkLst>
        </pc:picChg>
        <pc:picChg chg="add mod ord">
          <ac:chgData name="Jack Taylor" userId="c3d9b5bb4cd0a1fe" providerId="LiveId" clId="{AD2499E2-04A6-4FD8-B2DD-9F1066D5F19F}" dt="2025-10-13T21:06:32.559" v="291" actId="164"/>
          <ac:picMkLst>
            <pc:docMk/>
            <pc:sldMk cId="2091717394" sldId="257"/>
            <ac:picMk id="10" creationId="{14A93AAB-F640-5306-28B9-BAC6CE6C5BAA}"/>
          </ac:picMkLst>
        </pc:picChg>
        <pc:picChg chg="mod">
          <ac:chgData name="Jack Taylor" userId="c3d9b5bb4cd0a1fe" providerId="LiveId" clId="{AD2499E2-04A6-4FD8-B2DD-9F1066D5F19F}" dt="2025-10-13T21:00:31.630" v="215"/>
          <ac:picMkLst>
            <pc:docMk/>
            <pc:sldMk cId="2091717394" sldId="257"/>
            <ac:picMk id="16" creationId="{0EA942B1-8810-383B-88D7-4BA017D0169B}"/>
          </ac:picMkLst>
        </pc:picChg>
        <pc:picChg chg="add mod">
          <ac:chgData name="Jack Taylor" userId="c3d9b5bb4cd0a1fe" providerId="LiveId" clId="{AD2499E2-04A6-4FD8-B2DD-9F1066D5F19F}" dt="2025-10-13T21:06:39.960" v="292" actId="164"/>
          <ac:picMkLst>
            <pc:docMk/>
            <pc:sldMk cId="2091717394" sldId="257"/>
            <ac:picMk id="22" creationId="{CA1A9B8C-F5AD-A921-0A9D-C5B6C45F929F}"/>
          </ac:picMkLst>
        </pc:picChg>
      </pc:sldChg>
      <pc:sldChg chg="addSp delSp modSp new mod">
        <pc:chgData name="Jack Taylor" userId="c3d9b5bb4cd0a1fe" providerId="LiveId" clId="{AD2499E2-04A6-4FD8-B2DD-9F1066D5F19F}" dt="2025-10-17T16:01:39.295" v="506" actId="13822"/>
        <pc:sldMkLst>
          <pc:docMk/>
          <pc:sldMk cId="3498697860" sldId="258"/>
        </pc:sldMkLst>
        <pc:spChg chg="mod">
          <ac:chgData name="Jack Taylor" userId="c3d9b5bb4cd0a1fe" providerId="LiveId" clId="{AD2499E2-04A6-4FD8-B2DD-9F1066D5F19F}" dt="2025-10-13T21:03:38.923" v="266" actId="20577"/>
          <ac:spMkLst>
            <pc:docMk/>
            <pc:sldMk cId="3498697860" sldId="258"/>
            <ac:spMk id="2" creationId="{127D6C53-1B0C-AFFC-A1D5-0275FD2F784D}"/>
          </ac:spMkLst>
        </pc:spChg>
        <pc:spChg chg="mod">
          <ac:chgData name="Jack Taylor" userId="c3d9b5bb4cd0a1fe" providerId="LiveId" clId="{AD2499E2-04A6-4FD8-B2DD-9F1066D5F19F}" dt="2025-10-13T21:07:13.486" v="303" actId="12789"/>
          <ac:spMkLst>
            <pc:docMk/>
            <pc:sldMk cId="3498697860" sldId="258"/>
            <ac:spMk id="4" creationId="{F402E679-DD2F-1EAD-7F54-FBE996E8C4AF}"/>
          </ac:spMkLst>
        </pc:spChg>
        <pc:spChg chg="mod">
          <ac:chgData name="Jack Taylor" userId="c3d9b5bb4cd0a1fe" providerId="LiveId" clId="{AD2499E2-04A6-4FD8-B2DD-9F1066D5F19F}" dt="2025-10-17T16:01:39.295" v="506" actId="13822"/>
          <ac:spMkLst>
            <pc:docMk/>
            <pc:sldMk cId="3498697860" sldId="258"/>
            <ac:spMk id="7" creationId="{12ADA28D-8CA7-8BD0-093F-078E3096FAE4}"/>
          </ac:spMkLst>
        </pc:spChg>
        <pc:spChg chg="mod">
          <ac:chgData name="Jack Taylor" userId="c3d9b5bb4cd0a1fe" providerId="LiveId" clId="{AD2499E2-04A6-4FD8-B2DD-9F1066D5F19F}" dt="2025-10-17T16:01:39.295" v="506" actId="13822"/>
          <ac:spMkLst>
            <pc:docMk/>
            <pc:sldMk cId="3498697860" sldId="258"/>
            <ac:spMk id="10" creationId="{9AD65F5F-8B87-4816-F0B4-3A7B72578703}"/>
          </ac:spMkLst>
        </pc:spChg>
        <pc:spChg chg="mod">
          <ac:chgData name="Jack Taylor" userId="c3d9b5bb4cd0a1fe" providerId="LiveId" clId="{AD2499E2-04A6-4FD8-B2DD-9F1066D5F19F}" dt="2025-10-17T16:01:39.295" v="506" actId="13822"/>
          <ac:spMkLst>
            <pc:docMk/>
            <pc:sldMk cId="3498697860" sldId="258"/>
            <ac:spMk id="14" creationId="{8729ABDD-E70C-8585-5663-EE1F6DB2A0AD}"/>
          </ac:spMkLst>
        </pc:spChg>
        <pc:spChg chg="mod">
          <ac:chgData name="Jack Taylor" userId="c3d9b5bb4cd0a1fe" providerId="LiveId" clId="{AD2499E2-04A6-4FD8-B2DD-9F1066D5F19F}" dt="2025-10-17T15:55:17.650" v="420"/>
          <ac:spMkLst>
            <pc:docMk/>
            <pc:sldMk cId="3498697860" sldId="258"/>
            <ac:spMk id="23" creationId="{C4878A0D-FD7E-8FEA-B5D4-FC93BDE5A8B7}"/>
          </ac:spMkLst>
        </pc:spChg>
        <pc:spChg chg="mod">
          <ac:chgData name="Jack Taylor" userId="c3d9b5bb4cd0a1fe" providerId="LiveId" clId="{AD2499E2-04A6-4FD8-B2DD-9F1066D5F19F}" dt="2025-10-17T15:56:32.874" v="433"/>
          <ac:spMkLst>
            <pc:docMk/>
            <pc:sldMk cId="3498697860" sldId="258"/>
            <ac:spMk id="29" creationId="{B901C7E0-0860-3D96-DA46-14BA100438D8}"/>
          </ac:spMkLst>
        </pc:spChg>
        <pc:spChg chg="mod">
          <ac:chgData name="Jack Taylor" userId="c3d9b5bb4cd0a1fe" providerId="LiveId" clId="{AD2499E2-04A6-4FD8-B2DD-9F1066D5F19F}" dt="2025-10-17T15:56:35.930" v="434"/>
          <ac:spMkLst>
            <pc:docMk/>
            <pc:sldMk cId="3498697860" sldId="258"/>
            <ac:spMk id="32" creationId="{180A9DFD-9C56-1128-FF65-5EBDD4D45AC7}"/>
          </ac:spMkLst>
        </pc:spChg>
        <pc:spChg chg="mod">
          <ac:chgData name="Jack Taylor" userId="c3d9b5bb4cd0a1fe" providerId="LiveId" clId="{AD2499E2-04A6-4FD8-B2DD-9F1066D5F19F}" dt="2025-10-17T15:56:50.366" v="440"/>
          <ac:spMkLst>
            <pc:docMk/>
            <pc:sldMk cId="3498697860" sldId="258"/>
            <ac:spMk id="37" creationId="{B6446888-98CB-782C-8B62-6D48B5B23E48}"/>
          </ac:spMkLst>
        </pc:spChg>
        <pc:spChg chg="mod">
          <ac:chgData name="Jack Taylor" userId="c3d9b5bb4cd0a1fe" providerId="LiveId" clId="{AD2499E2-04A6-4FD8-B2DD-9F1066D5F19F}" dt="2025-10-17T16:01:39.295" v="506" actId="13822"/>
          <ac:spMkLst>
            <pc:docMk/>
            <pc:sldMk cId="3498697860" sldId="258"/>
            <ac:spMk id="43" creationId="{49833BFE-FFF4-F27E-E97B-DE62068D0B4D}"/>
          </ac:spMkLst>
        </pc:spChg>
        <pc:spChg chg="mod">
          <ac:chgData name="Jack Taylor" userId="c3d9b5bb4cd0a1fe" providerId="LiveId" clId="{AD2499E2-04A6-4FD8-B2DD-9F1066D5F19F}" dt="2025-10-17T16:01:39.295" v="506" actId="13822"/>
          <ac:spMkLst>
            <pc:docMk/>
            <pc:sldMk cId="3498697860" sldId="258"/>
            <ac:spMk id="46" creationId="{8411E40D-CF69-F9EF-DF39-C8125B6CE24D}"/>
          </ac:spMkLst>
        </pc:spChg>
        <pc:spChg chg="add del mod">
          <ac:chgData name="Jack Taylor" userId="c3d9b5bb4cd0a1fe" providerId="LiveId" clId="{AD2499E2-04A6-4FD8-B2DD-9F1066D5F19F}" dt="2025-10-17T15:58:08.162" v="463" actId="11529"/>
          <ac:spMkLst>
            <pc:docMk/>
            <pc:sldMk cId="3498697860" sldId="258"/>
            <ac:spMk id="54" creationId="{AA03DFDC-4345-6CE8-D8CF-6859473BBD51}"/>
          </ac:spMkLst>
        </pc:spChg>
        <pc:spChg chg="add">
          <ac:chgData name="Jack Taylor" userId="c3d9b5bb4cd0a1fe" providerId="LiveId" clId="{AD2499E2-04A6-4FD8-B2DD-9F1066D5F19F}" dt="2025-10-17T15:59:03.196" v="464" actId="11529"/>
          <ac:spMkLst>
            <pc:docMk/>
            <pc:sldMk cId="3498697860" sldId="258"/>
            <ac:spMk id="55" creationId="{238BC30C-B52D-6800-7632-2A500B289701}"/>
          </ac:spMkLst>
        </pc:spChg>
        <pc:spChg chg="add mod">
          <ac:chgData name="Jack Taylor" userId="c3d9b5bb4cd0a1fe" providerId="LiveId" clId="{AD2499E2-04A6-4FD8-B2DD-9F1066D5F19F}" dt="2025-10-17T16:01:30.125" v="505" actId="13822"/>
          <ac:spMkLst>
            <pc:docMk/>
            <pc:sldMk cId="3498697860" sldId="258"/>
            <ac:spMk id="56" creationId="{6A6742EC-CFDC-8A30-3DFB-A91FC4A48089}"/>
          </ac:spMkLst>
        </pc:spChg>
        <pc:spChg chg="add mod">
          <ac:chgData name="Jack Taylor" userId="c3d9b5bb4cd0a1fe" providerId="LiveId" clId="{AD2499E2-04A6-4FD8-B2DD-9F1066D5F19F}" dt="2025-10-17T16:01:30.125" v="505" actId="13822"/>
          <ac:spMkLst>
            <pc:docMk/>
            <pc:sldMk cId="3498697860" sldId="258"/>
            <ac:spMk id="64" creationId="{38FBF2D9-AC63-B9D9-9304-B19B0E331933}"/>
          </ac:spMkLst>
        </pc:spChg>
        <pc:grpChg chg="add mod">
          <ac:chgData name="Jack Taylor" userId="c3d9b5bb4cd0a1fe" providerId="LiveId" clId="{AD2499E2-04A6-4FD8-B2DD-9F1066D5F19F}" dt="2025-10-13T21:06:59.273" v="300" actId="14100"/>
          <ac:grpSpMkLst>
            <pc:docMk/>
            <pc:sldMk cId="3498697860" sldId="258"/>
            <ac:grpSpMk id="3" creationId="{984FD061-5337-D93B-A81B-B55249FF0850}"/>
          </ac:grpSpMkLst>
        </pc:grpChg>
        <pc:grpChg chg="add mod">
          <ac:chgData name="Jack Taylor" userId="c3d9b5bb4cd0a1fe" providerId="LiveId" clId="{AD2499E2-04A6-4FD8-B2DD-9F1066D5F19F}" dt="2025-10-17T15:56:43.437" v="439" actId="1036"/>
          <ac:grpSpMkLst>
            <pc:docMk/>
            <pc:sldMk cId="3498697860" sldId="258"/>
            <ac:grpSpMk id="6" creationId="{E4C15F8F-CE24-06D2-F310-2D9F0DDC438B}"/>
          </ac:grpSpMkLst>
        </pc:grpChg>
        <pc:grpChg chg="add mod">
          <ac:chgData name="Jack Taylor" userId="c3d9b5bb4cd0a1fe" providerId="LiveId" clId="{AD2499E2-04A6-4FD8-B2DD-9F1066D5F19F}" dt="2025-10-17T15:56:26.302" v="430" actId="1076"/>
          <ac:grpSpMkLst>
            <pc:docMk/>
            <pc:sldMk cId="3498697860" sldId="258"/>
            <ac:grpSpMk id="9" creationId="{5E283C32-0BAD-A90D-17DB-2E0CF7579657}"/>
          </ac:grpSpMkLst>
        </pc:grpChg>
        <pc:grpChg chg="add mod">
          <ac:chgData name="Jack Taylor" userId="c3d9b5bb4cd0a1fe" providerId="LiveId" clId="{AD2499E2-04A6-4FD8-B2DD-9F1066D5F19F}" dt="2025-10-17T15:56:26.302" v="430" actId="1076"/>
          <ac:grpSpMkLst>
            <pc:docMk/>
            <pc:sldMk cId="3498697860" sldId="258"/>
            <ac:grpSpMk id="12" creationId="{90E70D8B-D9DC-0304-DD19-EDFD92F657BF}"/>
          </ac:grpSpMkLst>
        </pc:grpChg>
        <pc:grpChg chg="add mod">
          <ac:chgData name="Jack Taylor" userId="c3d9b5bb4cd0a1fe" providerId="LiveId" clId="{AD2499E2-04A6-4FD8-B2DD-9F1066D5F19F}" dt="2025-10-17T15:56:30.856" v="432" actId="1076"/>
          <ac:grpSpMkLst>
            <pc:docMk/>
            <pc:sldMk cId="3498697860" sldId="258"/>
            <ac:grpSpMk id="22" creationId="{73A72A88-5871-F107-9268-5643B38A7503}"/>
          </ac:grpSpMkLst>
        </pc:grpChg>
        <pc:grpChg chg="add mod">
          <ac:chgData name="Jack Taylor" userId="c3d9b5bb4cd0a1fe" providerId="LiveId" clId="{AD2499E2-04A6-4FD8-B2DD-9F1066D5F19F}" dt="2025-10-17T15:56:32.874" v="433"/>
          <ac:grpSpMkLst>
            <pc:docMk/>
            <pc:sldMk cId="3498697860" sldId="258"/>
            <ac:grpSpMk id="28" creationId="{43A50520-1666-52E2-52B0-72439273383E}"/>
          </ac:grpSpMkLst>
        </pc:grpChg>
        <pc:grpChg chg="add mod">
          <ac:chgData name="Jack Taylor" userId="c3d9b5bb4cd0a1fe" providerId="LiveId" clId="{AD2499E2-04A6-4FD8-B2DD-9F1066D5F19F}" dt="2025-10-17T15:57:30.904" v="452" actId="1035"/>
          <ac:grpSpMkLst>
            <pc:docMk/>
            <pc:sldMk cId="3498697860" sldId="258"/>
            <ac:grpSpMk id="31" creationId="{1B3ED218-434F-6F3F-B224-C3611D5C51AE}"/>
          </ac:grpSpMkLst>
        </pc:grpChg>
        <pc:grpChg chg="add del mod">
          <ac:chgData name="Jack Taylor" userId="c3d9b5bb4cd0a1fe" providerId="LiveId" clId="{AD2499E2-04A6-4FD8-B2DD-9F1066D5F19F}" dt="2025-10-17T15:56:54.989" v="441" actId="478"/>
          <ac:grpSpMkLst>
            <pc:docMk/>
            <pc:sldMk cId="3498697860" sldId="258"/>
            <ac:grpSpMk id="36" creationId="{F0929AF1-8B9A-B6F1-FB32-3983578000ED}"/>
          </ac:grpSpMkLst>
        </pc:grpChg>
        <pc:grpChg chg="add mod">
          <ac:chgData name="Jack Taylor" userId="c3d9b5bb4cd0a1fe" providerId="LiveId" clId="{AD2499E2-04A6-4FD8-B2DD-9F1066D5F19F}" dt="2025-10-17T15:57:16.957" v="445" actId="1076"/>
          <ac:grpSpMkLst>
            <pc:docMk/>
            <pc:sldMk cId="3498697860" sldId="258"/>
            <ac:grpSpMk id="42" creationId="{359DBE3C-81B0-CF72-C9E9-B4B60ACDF145}"/>
          </ac:grpSpMkLst>
        </pc:grpChg>
        <pc:grpChg chg="add mod">
          <ac:chgData name="Jack Taylor" userId="c3d9b5bb4cd0a1fe" providerId="LiveId" clId="{AD2499E2-04A6-4FD8-B2DD-9F1066D5F19F}" dt="2025-10-17T15:57:16.957" v="445" actId="1076"/>
          <ac:grpSpMkLst>
            <pc:docMk/>
            <pc:sldMk cId="3498697860" sldId="258"/>
            <ac:grpSpMk id="45" creationId="{2A1421FE-8BDD-419D-9991-DF8605BEA6B3}"/>
          </ac:grpSpMkLst>
        </pc:grpChg>
        <pc:picChg chg="mod">
          <ac:chgData name="Jack Taylor" userId="c3d9b5bb4cd0a1fe" providerId="LiveId" clId="{AD2499E2-04A6-4FD8-B2DD-9F1066D5F19F}" dt="2025-10-13T21:07:38.991" v="333" actId="1076"/>
          <ac:picMkLst>
            <pc:docMk/>
            <pc:sldMk cId="3498697860" sldId="258"/>
            <ac:picMk id="5" creationId="{431D7115-479F-2861-E8C6-86B515146605}"/>
          </ac:picMkLst>
        </pc:picChg>
        <pc:picChg chg="mod">
          <ac:chgData name="Jack Taylor" userId="c3d9b5bb4cd0a1fe" providerId="LiveId" clId="{AD2499E2-04A6-4FD8-B2DD-9F1066D5F19F}" dt="2025-10-17T16:01:39.295" v="506" actId="13822"/>
          <ac:picMkLst>
            <pc:docMk/>
            <pc:sldMk cId="3498697860" sldId="258"/>
            <ac:picMk id="8" creationId="{C745A45E-6736-30E9-B537-C177EB97D268}"/>
          </ac:picMkLst>
        </pc:picChg>
        <pc:picChg chg="mod">
          <ac:chgData name="Jack Taylor" userId="c3d9b5bb4cd0a1fe" providerId="LiveId" clId="{AD2499E2-04A6-4FD8-B2DD-9F1066D5F19F}" dt="2025-10-17T16:01:39.295" v="506" actId="13822"/>
          <ac:picMkLst>
            <pc:docMk/>
            <pc:sldMk cId="3498697860" sldId="258"/>
            <ac:picMk id="11" creationId="{ECFEFE89-6682-4B5C-D7E7-22204C4F460B}"/>
          </ac:picMkLst>
        </pc:picChg>
        <pc:picChg chg="mod">
          <ac:chgData name="Jack Taylor" userId="c3d9b5bb4cd0a1fe" providerId="LiveId" clId="{AD2499E2-04A6-4FD8-B2DD-9F1066D5F19F}" dt="2025-10-17T16:01:39.295" v="506" actId="13822"/>
          <ac:picMkLst>
            <pc:docMk/>
            <pc:sldMk cId="3498697860" sldId="258"/>
            <ac:picMk id="15" creationId="{AD289B3F-BD23-2C04-CD4F-1A057DD7AD69}"/>
          </ac:picMkLst>
        </pc:picChg>
        <pc:picChg chg="mod">
          <ac:chgData name="Jack Taylor" userId="c3d9b5bb4cd0a1fe" providerId="LiveId" clId="{AD2499E2-04A6-4FD8-B2DD-9F1066D5F19F}" dt="2025-10-17T15:55:17.650" v="420"/>
          <ac:picMkLst>
            <pc:docMk/>
            <pc:sldMk cId="3498697860" sldId="258"/>
            <ac:picMk id="24" creationId="{44FDC757-7A45-76D0-829C-4CDCC36772E2}"/>
          </ac:picMkLst>
        </pc:picChg>
        <pc:picChg chg="mod">
          <ac:chgData name="Jack Taylor" userId="c3d9b5bb4cd0a1fe" providerId="LiveId" clId="{AD2499E2-04A6-4FD8-B2DD-9F1066D5F19F}" dt="2025-10-17T15:56:32.874" v="433"/>
          <ac:picMkLst>
            <pc:docMk/>
            <pc:sldMk cId="3498697860" sldId="258"/>
            <ac:picMk id="30" creationId="{D63DD3DD-5FFB-05DB-780C-9792D4719826}"/>
          </ac:picMkLst>
        </pc:picChg>
        <pc:picChg chg="mod">
          <ac:chgData name="Jack Taylor" userId="c3d9b5bb4cd0a1fe" providerId="LiveId" clId="{AD2499E2-04A6-4FD8-B2DD-9F1066D5F19F}" dt="2025-10-17T15:56:35.930" v="434"/>
          <ac:picMkLst>
            <pc:docMk/>
            <pc:sldMk cId="3498697860" sldId="258"/>
            <ac:picMk id="33" creationId="{5598D13D-8995-B049-7A76-E969976BD54E}"/>
          </ac:picMkLst>
        </pc:picChg>
        <pc:picChg chg="mod">
          <ac:chgData name="Jack Taylor" userId="c3d9b5bb4cd0a1fe" providerId="LiveId" clId="{AD2499E2-04A6-4FD8-B2DD-9F1066D5F19F}" dt="2025-10-17T15:56:50.366" v="440"/>
          <ac:picMkLst>
            <pc:docMk/>
            <pc:sldMk cId="3498697860" sldId="258"/>
            <ac:picMk id="38" creationId="{D764C89F-4692-0D13-323A-D596AC91B518}"/>
          </ac:picMkLst>
        </pc:picChg>
        <pc:picChg chg="mod">
          <ac:chgData name="Jack Taylor" userId="c3d9b5bb4cd0a1fe" providerId="LiveId" clId="{AD2499E2-04A6-4FD8-B2DD-9F1066D5F19F}" dt="2025-10-17T16:01:39.295" v="506" actId="13822"/>
          <ac:picMkLst>
            <pc:docMk/>
            <pc:sldMk cId="3498697860" sldId="258"/>
            <ac:picMk id="44" creationId="{D0E8809E-8D9C-08A7-49F4-FFCA6F1657C1}"/>
          </ac:picMkLst>
        </pc:picChg>
        <pc:picChg chg="mod">
          <ac:chgData name="Jack Taylor" userId="c3d9b5bb4cd0a1fe" providerId="LiveId" clId="{AD2499E2-04A6-4FD8-B2DD-9F1066D5F19F}" dt="2025-10-17T16:01:39.295" v="506" actId="13822"/>
          <ac:picMkLst>
            <pc:docMk/>
            <pc:sldMk cId="3498697860" sldId="258"/>
            <ac:picMk id="47" creationId="{F10D7D6C-938E-E16F-0C21-41E246766A1B}"/>
          </ac:picMkLst>
        </pc:picChg>
        <pc:cxnChg chg="add mod">
          <ac:chgData name="Jack Taylor" userId="c3d9b5bb4cd0a1fe" providerId="LiveId" clId="{AD2499E2-04A6-4FD8-B2DD-9F1066D5F19F}" dt="2025-10-17T15:56:43.437" v="439" actId="1036"/>
          <ac:cxnSpMkLst>
            <pc:docMk/>
            <pc:sldMk cId="3498697860" sldId="258"/>
            <ac:cxnSpMk id="13" creationId="{89005B24-0EBD-9F89-F38A-7A1419DFB1F6}"/>
          </ac:cxnSpMkLst>
        </pc:cxnChg>
        <pc:cxnChg chg="add mod">
          <ac:chgData name="Jack Taylor" userId="c3d9b5bb4cd0a1fe" providerId="LiveId" clId="{AD2499E2-04A6-4FD8-B2DD-9F1066D5F19F}" dt="2025-10-17T15:56:26.302" v="430" actId="1076"/>
          <ac:cxnSpMkLst>
            <pc:docMk/>
            <pc:sldMk cId="3498697860" sldId="258"/>
            <ac:cxnSpMk id="16" creationId="{405E144E-9332-18AD-89A3-AE19A4E265EE}"/>
          </ac:cxnSpMkLst>
        </pc:cxnChg>
        <pc:cxnChg chg="add mod">
          <ac:chgData name="Jack Taylor" userId="c3d9b5bb4cd0a1fe" providerId="LiveId" clId="{AD2499E2-04A6-4FD8-B2DD-9F1066D5F19F}" dt="2025-10-17T15:56:26.302" v="430" actId="1076"/>
          <ac:cxnSpMkLst>
            <pc:docMk/>
            <pc:sldMk cId="3498697860" sldId="258"/>
            <ac:cxnSpMk id="17" creationId="{EB78123F-0246-8EB9-B3C7-E725D1940435}"/>
          </ac:cxnSpMkLst>
        </pc:cxnChg>
        <pc:cxnChg chg="add mod">
          <ac:chgData name="Jack Taylor" userId="c3d9b5bb4cd0a1fe" providerId="LiveId" clId="{AD2499E2-04A6-4FD8-B2DD-9F1066D5F19F}" dt="2025-10-17T15:56:30.856" v="432" actId="1076"/>
          <ac:cxnSpMkLst>
            <pc:docMk/>
            <pc:sldMk cId="3498697860" sldId="258"/>
            <ac:cxnSpMk id="25" creationId="{35DC6392-E1A3-D595-C44D-C2CC18673C28}"/>
          </ac:cxnSpMkLst>
        </pc:cxnChg>
        <pc:cxnChg chg="add mod">
          <ac:chgData name="Jack Taylor" userId="c3d9b5bb4cd0a1fe" providerId="LiveId" clId="{AD2499E2-04A6-4FD8-B2DD-9F1066D5F19F}" dt="2025-10-17T15:57:30.904" v="452" actId="1035"/>
          <ac:cxnSpMkLst>
            <pc:docMk/>
            <pc:sldMk cId="3498697860" sldId="258"/>
            <ac:cxnSpMk id="34" creationId="{74857F1B-CBC9-F93E-8994-A5040177C26C}"/>
          </ac:cxnSpMkLst>
        </pc:cxnChg>
        <pc:cxnChg chg="add mod">
          <ac:chgData name="Jack Taylor" userId="c3d9b5bb4cd0a1fe" providerId="LiveId" clId="{AD2499E2-04A6-4FD8-B2DD-9F1066D5F19F}" dt="2025-10-17T15:57:30.904" v="452" actId="1035"/>
          <ac:cxnSpMkLst>
            <pc:docMk/>
            <pc:sldMk cId="3498697860" sldId="258"/>
            <ac:cxnSpMk id="39" creationId="{DE9546A4-F272-2F80-245E-7C40F3403F6F}"/>
          </ac:cxnSpMkLst>
        </pc:cxnChg>
        <pc:cxnChg chg="add mod">
          <ac:chgData name="Jack Taylor" userId="c3d9b5bb4cd0a1fe" providerId="LiveId" clId="{AD2499E2-04A6-4FD8-B2DD-9F1066D5F19F}" dt="2025-10-17T15:57:30.904" v="452" actId="1035"/>
          <ac:cxnSpMkLst>
            <pc:docMk/>
            <pc:sldMk cId="3498697860" sldId="258"/>
            <ac:cxnSpMk id="48" creationId="{4F178F12-C76C-D9A5-B870-35E2F3188617}"/>
          </ac:cxnSpMkLst>
        </pc:cxnChg>
        <pc:cxnChg chg="add mod">
          <ac:chgData name="Jack Taylor" userId="c3d9b5bb4cd0a1fe" providerId="LiveId" clId="{AD2499E2-04A6-4FD8-B2DD-9F1066D5F19F}" dt="2025-10-17T15:57:38.415" v="455" actId="14100"/>
          <ac:cxnSpMkLst>
            <pc:docMk/>
            <pc:sldMk cId="3498697860" sldId="258"/>
            <ac:cxnSpMk id="51" creationId="{E32A1552-D348-29E8-5372-7E3148AF0D52}"/>
          </ac:cxnSpMkLst>
        </pc:cxnChg>
        <pc:cxnChg chg="add mod">
          <ac:chgData name="Jack Taylor" userId="c3d9b5bb4cd0a1fe" providerId="LiveId" clId="{AD2499E2-04A6-4FD8-B2DD-9F1066D5F19F}" dt="2025-10-17T15:59:39.997" v="476" actId="1076"/>
          <ac:cxnSpMkLst>
            <pc:docMk/>
            <pc:sldMk cId="3498697860" sldId="258"/>
            <ac:cxnSpMk id="57" creationId="{06DE0578-4CAF-0DF7-C53A-C3110AC2A276}"/>
          </ac:cxnSpMkLst>
        </pc:cxnChg>
        <pc:cxnChg chg="add mod">
          <ac:chgData name="Jack Taylor" userId="c3d9b5bb4cd0a1fe" providerId="LiveId" clId="{AD2499E2-04A6-4FD8-B2DD-9F1066D5F19F}" dt="2025-10-17T16:00:47.906" v="480" actId="14100"/>
          <ac:cxnSpMkLst>
            <pc:docMk/>
            <pc:sldMk cId="3498697860" sldId="258"/>
            <ac:cxnSpMk id="61" creationId="{11E89D0A-C2FA-A2D6-A5A4-2823FA3D4333}"/>
          </ac:cxnSpMkLst>
        </pc:cxnChg>
        <pc:cxnChg chg="add mod">
          <ac:chgData name="Jack Taylor" userId="c3d9b5bb4cd0a1fe" providerId="LiveId" clId="{AD2499E2-04A6-4FD8-B2DD-9F1066D5F19F}" dt="2025-10-17T16:01:15.248" v="504" actId="14100"/>
          <ac:cxnSpMkLst>
            <pc:docMk/>
            <pc:sldMk cId="3498697860" sldId="258"/>
            <ac:cxnSpMk id="65" creationId="{137BA8A1-B1E8-1F77-EC4D-17CDC0F5B15C}"/>
          </ac:cxnSpMkLst>
        </pc:cxnChg>
      </pc:sldChg>
      <pc:sldChg chg="addSp delSp modSp new mod">
        <pc:chgData name="Jack Taylor" userId="c3d9b5bb4cd0a1fe" providerId="LiveId" clId="{AD2499E2-04A6-4FD8-B2DD-9F1066D5F19F}" dt="2025-10-17T16:43:48.970" v="1144" actId="1037"/>
        <pc:sldMkLst>
          <pc:docMk/>
          <pc:sldMk cId="4079401195" sldId="259"/>
        </pc:sldMkLst>
        <pc:spChg chg="mod">
          <ac:chgData name="Jack Taylor" userId="c3d9b5bb4cd0a1fe" providerId="LiveId" clId="{AD2499E2-04A6-4FD8-B2DD-9F1066D5F19F}" dt="2025-10-17T16:26:21.692" v="687" actId="20577"/>
          <ac:spMkLst>
            <pc:docMk/>
            <pc:sldMk cId="4079401195" sldId="259"/>
            <ac:spMk id="2" creationId="{2BFAB8F1-A9B2-174F-C7D5-E5D4E3F6B391}"/>
          </ac:spMkLst>
        </pc:spChg>
        <pc:spChg chg="add del mod">
          <ac:chgData name="Jack Taylor" userId="c3d9b5bb4cd0a1fe" providerId="LiveId" clId="{AD2499E2-04A6-4FD8-B2DD-9F1066D5F19F}" dt="2025-10-17T16:18:52.495" v="598"/>
          <ac:spMkLst>
            <pc:docMk/>
            <pc:sldMk cId="4079401195" sldId="259"/>
            <ac:spMk id="3" creationId="{5EC1CEF5-EBDA-14A4-2C0A-C67BD32B43EB}"/>
          </ac:spMkLst>
        </pc:spChg>
        <pc:spChg chg="add del mod">
          <ac:chgData name="Jack Taylor" userId="c3d9b5bb4cd0a1fe" providerId="LiveId" clId="{AD2499E2-04A6-4FD8-B2DD-9F1066D5F19F}" dt="2025-10-17T16:22:57.716" v="628" actId="478"/>
          <ac:spMkLst>
            <pc:docMk/>
            <pc:sldMk cId="4079401195" sldId="259"/>
            <ac:spMk id="4" creationId="{C7B6F350-4385-6DA9-3325-D4F589E0DB9A}"/>
          </ac:spMkLst>
        </pc:spChg>
        <pc:spChg chg="add del ord">
          <ac:chgData name="Jack Taylor" userId="c3d9b5bb4cd0a1fe" providerId="LiveId" clId="{AD2499E2-04A6-4FD8-B2DD-9F1066D5F19F}" dt="2025-10-17T16:22:57.716" v="628" actId="478"/>
          <ac:spMkLst>
            <pc:docMk/>
            <pc:sldMk cId="4079401195" sldId="259"/>
            <ac:spMk id="5" creationId="{471B2713-DFCE-8A42-1415-CC67E466754B}"/>
          </ac:spMkLst>
        </pc:spChg>
        <pc:spChg chg="add mod">
          <ac:chgData name="Jack Taylor" userId="c3d9b5bb4cd0a1fe" providerId="LiveId" clId="{AD2499E2-04A6-4FD8-B2DD-9F1066D5F19F}" dt="2025-10-17T16:32:22.144" v="1027" actId="20577"/>
          <ac:spMkLst>
            <pc:docMk/>
            <pc:sldMk cId="4079401195" sldId="259"/>
            <ac:spMk id="16" creationId="{1C870719-4C5B-EC90-71E7-56E7E7FCA025}"/>
          </ac:spMkLst>
        </pc:spChg>
        <pc:spChg chg="add mod">
          <ac:chgData name="Jack Taylor" userId="c3d9b5bb4cd0a1fe" providerId="LiveId" clId="{AD2499E2-04A6-4FD8-B2DD-9F1066D5F19F}" dt="2025-10-17T16:42:12.029" v="1129" actId="14100"/>
          <ac:spMkLst>
            <pc:docMk/>
            <pc:sldMk cId="4079401195" sldId="259"/>
            <ac:spMk id="18" creationId="{01E56274-891A-2CA0-4C4D-AC724B332AE0}"/>
          </ac:spMkLst>
        </pc:spChg>
        <pc:spChg chg="add mod">
          <ac:chgData name="Jack Taylor" userId="c3d9b5bb4cd0a1fe" providerId="LiveId" clId="{AD2499E2-04A6-4FD8-B2DD-9F1066D5F19F}" dt="2025-10-17T16:35:39.377" v="1082" actId="20577"/>
          <ac:spMkLst>
            <pc:docMk/>
            <pc:sldMk cId="4079401195" sldId="259"/>
            <ac:spMk id="19" creationId="{FD1200C5-FE71-CA93-78F4-AB838D5B47BA}"/>
          </ac:spMkLst>
        </pc:spChg>
        <pc:spChg chg="add mod">
          <ac:chgData name="Jack Taylor" userId="c3d9b5bb4cd0a1fe" providerId="LiveId" clId="{AD2499E2-04A6-4FD8-B2DD-9F1066D5F19F}" dt="2025-10-17T16:43:45.733" v="1134" actId="1038"/>
          <ac:spMkLst>
            <pc:docMk/>
            <pc:sldMk cId="4079401195" sldId="259"/>
            <ac:spMk id="20" creationId="{2C223210-E8FB-6C37-803D-C0C88D284756}"/>
          </ac:spMkLst>
        </pc:spChg>
        <pc:spChg chg="add mod">
          <ac:chgData name="Jack Taylor" userId="c3d9b5bb4cd0a1fe" providerId="LiveId" clId="{AD2499E2-04A6-4FD8-B2DD-9F1066D5F19F}" dt="2025-10-17T16:43:48.970" v="1144" actId="1037"/>
          <ac:spMkLst>
            <pc:docMk/>
            <pc:sldMk cId="4079401195" sldId="259"/>
            <ac:spMk id="21" creationId="{F5FB2118-BDED-8A29-FE7A-61A7F3376254}"/>
          </ac:spMkLst>
        </pc:spChg>
        <pc:inkChg chg="add del">
          <ac:chgData name="Jack Taylor" userId="c3d9b5bb4cd0a1fe" providerId="LiveId" clId="{AD2499E2-04A6-4FD8-B2DD-9F1066D5F19F}" dt="2025-10-17T16:20:26.653" v="606" actId="9405"/>
          <ac:inkMkLst>
            <pc:docMk/>
            <pc:sldMk cId="4079401195" sldId="259"/>
            <ac:inkMk id="6" creationId="{CC9DFE59-8C40-6362-8C87-5B9064C353E9}"/>
          </ac:inkMkLst>
        </pc:inkChg>
        <pc:inkChg chg="add del">
          <ac:chgData name="Jack Taylor" userId="c3d9b5bb4cd0a1fe" providerId="LiveId" clId="{AD2499E2-04A6-4FD8-B2DD-9F1066D5F19F}" dt="2025-10-17T16:20:26.421" v="605" actId="9405"/>
          <ac:inkMkLst>
            <pc:docMk/>
            <pc:sldMk cId="4079401195" sldId="259"/>
            <ac:inkMk id="7" creationId="{61A15F82-C04D-FBE1-972F-17D42A708C19}"/>
          </ac:inkMkLst>
        </pc:inkChg>
        <pc:cxnChg chg="add del mod ord">
          <ac:chgData name="Jack Taylor" userId="c3d9b5bb4cd0a1fe" providerId="LiveId" clId="{AD2499E2-04A6-4FD8-B2DD-9F1066D5F19F}" dt="2025-10-17T16:22:57.716" v="628" actId="478"/>
          <ac:cxnSpMkLst>
            <pc:docMk/>
            <pc:sldMk cId="4079401195" sldId="259"/>
            <ac:cxnSpMk id="9" creationId="{B605B035-ABB2-4F52-043B-AA2B44B94C44}"/>
          </ac:cxnSpMkLst>
        </pc:cxnChg>
        <pc:cxnChg chg="add del mod">
          <ac:chgData name="Jack Taylor" userId="c3d9b5bb4cd0a1fe" providerId="LiveId" clId="{AD2499E2-04A6-4FD8-B2DD-9F1066D5F19F}" dt="2025-10-17T16:22:57.716" v="628" actId="478"/>
          <ac:cxnSpMkLst>
            <pc:docMk/>
            <pc:sldMk cId="4079401195" sldId="259"/>
            <ac:cxnSpMk id="10" creationId="{CEDC7E1C-C771-9091-2C42-5A883706E488}"/>
          </ac:cxnSpMkLst>
        </pc:cxnChg>
        <pc:cxnChg chg="add del mod">
          <ac:chgData name="Jack Taylor" userId="c3d9b5bb4cd0a1fe" providerId="LiveId" clId="{AD2499E2-04A6-4FD8-B2DD-9F1066D5F19F}" dt="2025-10-17T16:22:57.716" v="628" actId="478"/>
          <ac:cxnSpMkLst>
            <pc:docMk/>
            <pc:sldMk cId="4079401195" sldId="259"/>
            <ac:cxnSpMk id="13" creationId="{E987095D-A50F-1823-6EB2-065A9CA1730A}"/>
          </ac:cxnSpMkLst>
        </pc:cxnChg>
      </pc:sldChg>
      <pc:sldMasterChg chg="modSp mod modSldLayout">
        <pc:chgData name="Jack Taylor" userId="c3d9b5bb4cd0a1fe" providerId="LiveId" clId="{AD2499E2-04A6-4FD8-B2DD-9F1066D5F19F}" dt="2025-10-13T19:57:44.728" v="33" actId="14100"/>
        <pc:sldMasterMkLst>
          <pc:docMk/>
          <pc:sldMasterMk cId="3013561015" sldId="2147483648"/>
        </pc:sldMasterMkLst>
        <pc:spChg chg="mod">
          <ac:chgData name="Jack Taylor" userId="c3d9b5bb4cd0a1fe" providerId="LiveId" clId="{AD2499E2-04A6-4FD8-B2DD-9F1066D5F19F}" dt="2025-10-13T19:50:25.244" v="19" actId="14100"/>
          <ac:spMkLst>
            <pc:docMk/>
            <pc:sldMasterMk cId="3013561015" sldId="2147483648"/>
            <ac:spMk id="2" creationId="{574A8700-36B5-AC18-DD5D-F794DCC998D5}"/>
          </ac:spMkLst>
        </pc:spChg>
        <pc:spChg chg="mod">
          <ac:chgData name="Jack Taylor" userId="c3d9b5bb4cd0a1fe" providerId="LiveId" clId="{AD2499E2-04A6-4FD8-B2DD-9F1066D5F19F}" dt="2025-10-13T19:50:25.244" v="19" actId="14100"/>
          <ac:spMkLst>
            <pc:docMk/>
            <pc:sldMasterMk cId="3013561015" sldId="2147483648"/>
            <ac:spMk id="3" creationId="{E6031405-1CFD-1AF2-5E79-6ED8B15C5304}"/>
          </ac:spMkLst>
        </pc:spChg>
        <pc:spChg chg="mod">
          <ac:chgData name="Jack Taylor" userId="c3d9b5bb4cd0a1fe" providerId="LiveId" clId="{AD2499E2-04A6-4FD8-B2DD-9F1066D5F19F}" dt="2025-10-13T19:50:34.494" v="22" actId="14100"/>
          <ac:spMkLst>
            <pc:docMk/>
            <pc:sldMasterMk cId="3013561015" sldId="2147483648"/>
            <ac:spMk id="4" creationId="{3BC724C8-1107-7D1C-94C8-D1F08EB2DDDC}"/>
          </ac:spMkLst>
        </pc:spChg>
        <pc:spChg chg="mod">
          <ac:chgData name="Jack Taylor" userId="c3d9b5bb4cd0a1fe" providerId="LiveId" clId="{AD2499E2-04A6-4FD8-B2DD-9F1066D5F19F}" dt="2025-10-13T19:50:54.461" v="27" actId="12788"/>
          <ac:spMkLst>
            <pc:docMk/>
            <pc:sldMasterMk cId="3013561015" sldId="2147483648"/>
            <ac:spMk id="5" creationId="{9A6247F0-9250-B2F0-49E4-9C7129613B9F}"/>
          </ac:spMkLst>
        </pc:spChg>
        <pc:spChg chg="mod">
          <ac:chgData name="Jack Taylor" userId="c3d9b5bb4cd0a1fe" providerId="LiveId" clId="{AD2499E2-04A6-4FD8-B2DD-9F1066D5F19F}" dt="2025-10-13T19:50:37.282" v="23" actId="14100"/>
          <ac:spMkLst>
            <pc:docMk/>
            <pc:sldMasterMk cId="3013561015" sldId="2147483648"/>
            <ac:spMk id="6" creationId="{014298EB-28AC-35AE-C8D9-9D69657C7C49}"/>
          </ac:spMkLst>
        </pc:spChg>
        <pc:sldLayoutChg chg="modSp mod">
          <pc:chgData name="Jack Taylor" userId="c3d9b5bb4cd0a1fe" providerId="LiveId" clId="{AD2499E2-04A6-4FD8-B2DD-9F1066D5F19F}" dt="2025-10-13T19:57:44.728" v="33" actId="14100"/>
          <pc:sldLayoutMkLst>
            <pc:docMk/>
            <pc:sldMasterMk cId="3013561015" sldId="2147483648"/>
            <pc:sldLayoutMk cId="4038998834" sldId="2147483652"/>
          </pc:sldLayoutMkLst>
          <pc:spChg chg="mod">
            <ac:chgData name="Jack Taylor" userId="c3d9b5bb4cd0a1fe" providerId="LiveId" clId="{AD2499E2-04A6-4FD8-B2DD-9F1066D5F19F}" dt="2025-10-13T19:57:42.443" v="32" actId="14100"/>
            <ac:spMkLst>
              <pc:docMk/>
              <pc:sldMasterMk cId="3013561015" sldId="2147483648"/>
              <pc:sldLayoutMk cId="4038998834" sldId="2147483652"/>
              <ac:spMk id="3" creationId="{C8749424-B291-E436-4BB0-B0F0A07340FE}"/>
            </ac:spMkLst>
          </pc:spChg>
          <pc:spChg chg="mod">
            <ac:chgData name="Jack Taylor" userId="c3d9b5bb4cd0a1fe" providerId="LiveId" clId="{AD2499E2-04A6-4FD8-B2DD-9F1066D5F19F}" dt="2025-10-13T19:57:44.728" v="33" actId="14100"/>
            <ac:spMkLst>
              <pc:docMk/>
              <pc:sldMasterMk cId="3013561015" sldId="2147483648"/>
              <pc:sldLayoutMk cId="4038998834" sldId="2147483652"/>
              <ac:spMk id="4" creationId="{28787417-8924-306B-0880-72B1FA272987}"/>
            </ac:spMkLst>
          </pc:spChg>
        </pc:sldLayoutChg>
        <pc:sldLayoutChg chg="modSp">
          <pc:chgData name="Jack Taylor" userId="c3d9b5bb4cd0a1fe" providerId="LiveId" clId="{AD2499E2-04A6-4FD8-B2DD-9F1066D5F19F}" dt="2025-10-13T19:48:58.331" v="7" actId="735"/>
          <pc:sldLayoutMkLst>
            <pc:docMk/>
            <pc:sldMasterMk cId="3013561015" sldId="2147483648"/>
            <pc:sldLayoutMk cId="2009951385" sldId="2147483654"/>
          </pc:sldLayoutMkLst>
        </pc:sldLayoutChg>
        <pc:sldLayoutChg chg="delSp mod">
          <pc:chgData name="Jack Taylor" userId="c3d9b5bb4cd0a1fe" providerId="LiveId" clId="{AD2499E2-04A6-4FD8-B2DD-9F1066D5F19F}" dt="2025-10-13T19:57:08.017" v="30" actId="478"/>
          <pc:sldLayoutMkLst>
            <pc:docMk/>
            <pc:sldMasterMk cId="3013561015" sldId="2147483648"/>
            <pc:sldLayoutMk cId="2079748875" sldId="21474836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63C9-B406-70F4-8AFB-DC253A277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3F5B3-C6BE-7825-8E75-CE3BC4B56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7F622-4BB9-D272-74A0-925E7647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8A9C-BD5D-4D94-9FB0-6A54E479326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35D55-4BA4-D2C6-EE70-3BC92F11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A307-16E6-0804-3F44-3BDDC333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85AC-E751-4AD7-8066-B6D2A257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6B7E-7035-0E3D-FAAD-0E051901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3DCB-9C26-CDB0-7A97-B22DE714C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A6494-E651-116E-B876-3DD75496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8A9C-BD5D-4D94-9FB0-6A54E479326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E08FF-8373-D197-D3F3-84D8E122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93F6-3ECD-69D4-B237-79379324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85AC-E751-4AD7-8066-B6D2A257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6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E38A-E4B8-E652-41C3-6B6D198B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9424-B291-E436-4BB0-B0F0A0734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799" y="798990"/>
            <a:ext cx="5860001" cy="5377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87417-8924-306B-0880-72B1FA27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98990"/>
            <a:ext cx="5860000" cy="5377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169C2-97A6-31A5-7153-208471F6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8A9C-BD5D-4D94-9FB0-6A54E479326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770B3-1562-755C-4E5E-06F439DD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008C-8E50-14A9-ED65-5668728A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85AC-E751-4AD7-8066-B6D2A257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9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A494-8FF5-A2FC-0DC5-F0A5A796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22B01-0574-96A1-05C6-9A83880F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48A9C-BD5D-4D94-9FB0-6A54E479326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9F52F-07BE-F089-B4CA-6F2BADC0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AB6CD-3E8D-366D-D487-66AD5E59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85AC-E751-4AD7-8066-B6D2A257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51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74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A8700-36B5-AC18-DD5D-F794DCC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9" y="136526"/>
            <a:ext cx="11878322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31405-1CFD-1AF2-5E79-6ED8B15C5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799" y="861134"/>
            <a:ext cx="11878322" cy="5315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24C8-1107-7D1C-94C8-D1F08EB2D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9800" y="6356350"/>
            <a:ext cx="1313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48A9C-BD5D-4D94-9FB0-6A54E479326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247F0-9250-B2F0-49E4-9C7129613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7581" y="6356350"/>
            <a:ext cx="7776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98EB-28AC-35AE-C8D9-9D69657C7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0151" y="6356350"/>
            <a:ext cx="7220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385AC-E751-4AD7-8066-B6D2A257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6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17" Type="http://schemas.openxmlformats.org/officeDocument/2006/relationships/image" Target="../media/image2.svg"/><Relationship Id="rId2" Type="http://schemas.openxmlformats.org/officeDocument/2006/relationships/image" Target="../media/image11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06B2-A94C-4D50-7E53-F8ED2DCB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 Tree Class Diagram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93329-4E32-49A3-1241-B63B5CD1AD7C}"/>
              </a:ext>
            </a:extLst>
          </p:cNvPr>
          <p:cNvSpPr/>
          <p:nvPr/>
        </p:nvSpPr>
        <p:spPr>
          <a:xfrm>
            <a:off x="4827141" y="928313"/>
            <a:ext cx="2537717" cy="783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DialogTree</a:t>
            </a:r>
            <a:endParaRPr lang="en-US" dirty="0"/>
          </a:p>
        </p:txBody>
      </p:sp>
      <p:pic>
        <p:nvPicPr>
          <p:cNvPr id="4" name="Graphic 3" descr="Tree With Roots with solid fill">
            <a:extLst>
              <a:ext uri="{FF2B5EF4-FFF2-40B4-BE49-F238E27FC236}">
                <a16:creationId xmlns:a16="http://schemas.microsoft.com/office/drawing/2014/main" id="{0166B64B-135E-F760-307A-395276F28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1044" y="1002587"/>
            <a:ext cx="597613" cy="59761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B321CC0-FEC5-6B14-A7C1-C836847ED41D}"/>
              </a:ext>
            </a:extLst>
          </p:cNvPr>
          <p:cNvGrpSpPr/>
          <p:nvPr/>
        </p:nvGrpSpPr>
        <p:grpSpPr>
          <a:xfrm>
            <a:off x="4827141" y="3037298"/>
            <a:ext cx="2537717" cy="783404"/>
            <a:chOff x="4827141" y="3037298"/>
            <a:chExt cx="2537717" cy="7834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F5ACF3-412C-546F-E3D1-B2460E412BE0}"/>
                </a:ext>
              </a:extLst>
            </p:cNvPr>
            <p:cNvSpPr/>
            <p:nvPr/>
          </p:nvSpPr>
          <p:spPr>
            <a:xfrm>
              <a:off x="4827141" y="3037298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DialogNode</a:t>
              </a:r>
              <a:endParaRPr lang="en-US" dirty="0"/>
            </a:p>
          </p:txBody>
        </p:sp>
        <p:pic>
          <p:nvPicPr>
            <p:cNvPr id="10" name="Graphic 9" descr="Leaf with solid fill">
              <a:extLst>
                <a:ext uri="{FF2B5EF4-FFF2-40B4-BE49-F238E27FC236}">
                  <a16:creationId xmlns:a16="http://schemas.microsoft.com/office/drawing/2014/main" id="{14A93AAB-F640-5306-28B9-BAC6CE6C5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4297" y="3131820"/>
              <a:ext cx="594360" cy="59436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C1C2B6E-EDC3-F9F0-2243-0AFF452EF10B}"/>
              </a:ext>
            </a:extLst>
          </p:cNvPr>
          <p:cNvSpPr txBox="1"/>
          <p:nvPr/>
        </p:nvSpPr>
        <p:spPr>
          <a:xfrm>
            <a:off x="6368255" y="1808252"/>
            <a:ext cx="5669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Props: Name, </a:t>
            </a:r>
          </a:p>
          <a:p>
            <a:r>
              <a:rPr lang="en-US" sz="1600" dirty="0"/>
              <a:t>Methods: Node Creation Methods, integration with Unity Editor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8C3F12-86B4-CC81-28DF-292104D6747C}"/>
              </a:ext>
            </a:extLst>
          </p:cNvPr>
          <p:cNvSpPr/>
          <p:nvPr/>
        </p:nvSpPr>
        <p:spPr>
          <a:xfrm>
            <a:off x="7364858" y="5146283"/>
            <a:ext cx="2537717" cy="783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DialogEvents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C8769F-8EB2-FFF5-F1C5-5441D537AA21}"/>
              </a:ext>
            </a:extLst>
          </p:cNvPr>
          <p:cNvGrpSpPr/>
          <p:nvPr/>
        </p:nvGrpSpPr>
        <p:grpSpPr>
          <a:xfrm>
            <a:off x="641590" y="837772"/>
            <a:ext cx="2537717" cy="1747890"/>
            <a:chOff x="8811453" y="309510"/>
            <a:chExt cx="2537717" cy="1747890"/>
          </a:xfrm>
        </p:grpSpPr>
        <p:pic>
          <p:nvPicPr>
            <p:cNvPr id="16" name="Graphic 15" descr="Open folder with solid fill">
              <a:extLst>
                <a:ext uri="{FF2B5EF4-FFF2-40B4-BE49-F238E27FC236}">
                  <a16:creationId xmlns:a16="http://schemas.microsoft.com/office/drawing/2014/main" id="{0EA942B1-8810-383B-88D7-4BA017D01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23112" y="1143000"/>
              <a:ext cx="914400" cy="9144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9DB669-2B25-89F0-D808-2E3EA8C0D48B}"/>
                </a:ext>
              </a:extLst>
            </p:cNvPr>
            <p:cNvSpPr/>
            <p:nvPr/>
          </p:nvSpPr>
          <p:spPr>
            <a:xfrm>
              <a:off x="8811453" y="309510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NPC Content</a:t>
              </a:r>
            </a:p>
          </p:txBody>
        </p: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BCEF424-7CF9-5B32-B3FE-22D3CA94226F}"/>
              </a:ext>
            </a:extLst>
          </p:cNvPr>
          <p:cNvSpPr/>
          <p:nvPr/>
        </p:nvSpPr>
        <p:spPr>
          <a:xfrm rot="18508659">
            <a:off x="3715491" y="4143929"/>
            <a:ext cx="1343891" cy="544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8111E95-5911-532A-0D35-9F0DD83CCB31}"/>
              </a:ext>
            </a:extLst>
          </p:cNvPr>
          <p:cNvSpPr/>
          <p:nvPr/>
        </p:nvSpPr>
        <p:spPr>
          <a:xfrm rot="13846779">
            <a:off x="7252507" y="4170291"/>
            <a:ext cx="1343891" cy="544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A9F6908-021E-04A7-FF66-295D57B5CD94}"/>
              </a:ext>
            </a:extLst>
          </p:cNvPr>
          <p:cNvSpPr/>
          <p:nvPr/>
        </p:nvSpPr>
        <p:spPr>
          <a:xfrm rot="16200000">
            <a:off x="5611090" y="2081766"/>
            <a:ext cx="969818" cy="544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FB74E9-FC86-4AAD-C6FB-B3AB72F87B3E}"/>
              </a:ext>
            </a:extLst>
          </p:cNvPr>
          <p:cNvGrpSpPr/>
          <p:nvPr/>
        </p:nvGrpSpPr>
        <p:grpSpPr>
          <a:xfrm>
            <a:off x="2700485" y="4747238"/>
            <a:ext cx="1371600" cy="1471118"/>
            <a:chOff x="2700485" y="4747238"/>
            <a:chExt cx="1371600" cy="1471118"/>
          </a:xfrm>
        </p:grpSpPr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76AEFC3E-CCF9-FB4B-6735-F8DC653FC12C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22" name="Graphic 21" descr="Decision chart with solid fill">
              <a:extLst>
                <a:ext uri="{FF2B5EF4-FFF2-40B4-BE49-F238E27FC236}">
                  <a16:creationId xmlns:a16="http://schemas.microsoft.com/office/drawing/2014/main" id="{CA1A9B8C-F5AD-A921-0A9D-C5B6C45F9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34D44B-EE4B-70E4-F11A-C797960BEE02}"/>
              </a:ext>
            </a:extLst>
          </p:cNvPr>
          <p:cNvSpPr txBox="1"/>
          <p:nvPr/>
        </p:nvSpPr>
        <p:spPr>
          <a:xfrm>
            <a:off x="0" y="5272633"/>
            <a:ext cx="2733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Props: Conditions (for allowing choice), </a:t>
            </a:r>
            <a:r>
              <a:rPr lang="en-US" sz="1600"/>
              <a:t>List Events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171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6C53-1B0C-AFFC-A1D5-0275FD2F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 Tree Structure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4FD061-5337-D93B-A81B-B55249FF0850}"/>
              </a:ext>
            </a:extLst>
          </p:cNvPr>
          <p:cNvGrpSpPr/>
          <p:nvPr/>
        </p:nvGrpSpPr>
        <p:grpSpPr>
          <a:xfrm>
            <a:off x="289518" y="3233149"/>
            <a:ext cx="1478536" cy="986062"/>
            <a:chOff x="4827142" y="3233149"/>
            <a:chExt cx="1478536" cy="9860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2E679-DD2F-1EAD-7F54-FBE996E8C4AF}"/>
                </a:ext>
              </a:extLst>
            </p:cNvPr>
            <p:cNvSpPr/>
            <p:nvPr/>
          </p:nvSpPr>
          <p:spPr>
            <a:xfrm>
              <a:off x="4827142" y="3233149"/>
              <a:ext cx="1478536" cy="3917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DialogNode</a:t>
              </a:r>
              <a:endParaRPr lang="en-US" dirty="0"/>
            </a:p>
          </p:txBody>
        </p:sp>
        <p:pic>
          <p:nvPicPr>
            <p:cNvPr id="5" name="Graphic 4" descr="Leaf with solid fill">
              <a:extLst>
                <a:ext uri="{FF2B5EF4-FFF2-40B4-BE49-F238E27FC236}">
                  <a16:creationId xmlns:a16="http://schemas.microsoft.com/office/drawing/2014/main" id="{431D7115-479F-2861-E8C6-86B515146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69230" y="3624851"/>
              <a:ext cx="594360" cy="59436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4C15F8F-CE24-06D2-F310-2D9F0DDC438B}"/>
              </a:ext>
            </a:extLst>
          </p:cNvPr>
          <p:cNvGrpSpPr/>
          <p:nvPr/>
        </p:nvGrpSpPr>
        <p:grpSpPr>
          <a:xfrm>
            <a:off x="3143709" y="2638440"/>
            <a:ext cx="1371600" cy="1471118"/>
            <a:chOff x="2700485" y="4747238"/>
            <a:chExt cx="1371600" cy="1471118"/>
          </a:xfrm>
        </p:grpSpPr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12ADA28D-8CA7-8BD0-093F-078E3096FAE4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8" name="Graphic 7" descr="Decision chart with solid fill">
              <a:extLst>
                <a:ext uri="{FF2B5EF4-FFF2-40B4-BE49-F238E27FC236}">
                  <a16:creationId xmlns:a16="http://schemas.microsoft.com/office/drawing/2014/main" id="{C745A45E-6736-30E9-B537-C177EB97D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005B24-0EBD-9F89-F38A-7A1419DFB1F6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1768054" y="3423758"/>
            <a:ext cx="1375655" cy="5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E283C32-0BAD-A90D-17DB-2E0CF7579657}"/>
              </a:ext>
            </a:extLst>
          </p:cNvPr>
          <p:cNvGrpSpPr/>
          <p:nvPr/>
        </p:nvGrpSpPr>
        <p:grpSpPr>
          <a:xfrm>
            <a:off x="3143709" y="4469817"/>
            <a:ext cx="1371600" cy="1471118"/>
            <a:chOff x="2700485" y="4747238"/>
            <a:chExt cx="1371600" cy="1471118"/>
          </a:xfrm>
        </p:grpSpPr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9AD65F5F-8B87-4816-F0B4-3A7B72578703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11" name="Graphic 10" descr="Decision chart with solid fill">
              <a:extLst>
                <a:ext uri="{FF2B5EF4-FFF2-40B4-BE49-F238E27FC236}">
                  <a16:creationId xmlns:a16="http://schemas.microsoft.com/office/drawing/2014/main" id="{ECFEFE89-6682-4B5C-D7E7-22204C4F4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E70D8B-D9DC-0304-DD19-EDFD92F657BF}"/>
              </a:ext>
            </a:extLst>
          </p:cNvPr>
          <p:cNvGrpSpPr/>
          <p:nvPr/>
        </p:nvGrpSpPr>
        <p:grpSpPr>
          <a:xfrm>
            <a:off x="3143709" y="803797"/>
            <a:ext cx="1371600" cy="1471118"/>
            <a:chOff x="2700485" y="4747238"/>
            <a:chExt cx="1371600" cy="1471118"/>
          </a:xfrm>
        </p:grpSpPr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8729ABDD-E70C-8585-5663-EE1F6DB2A0AD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15" name="Graphic 14" descr="Decision chart with solid fill">
              <a:extLst>
                <a:ext uri="{FF2B5EF4-FFF2-40B4-BE49-F238E27FC236}">
                  <a16:creationId xmlns:a16="http://schemas.microsoft.com/office/drawing/2014/main" id="{AD289B3F-BD23-2C04-CD4F-1A057DD7A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5E144E-9332-18AD-89A3-AE19A4E265EE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1768054" y="1589115"/>
            <a:ext cx="1375655" cy="1839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78123F-0246-8EB9-B3C7-E725D1940435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768054" y="3429000"/>
            <a:ext cx="1375655" cy="1826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A72A88-5871-F107-9268-5643B38A7503}"/>
              </a:ext>
            </a:extLst>
          </p:cNvPr>
          <p:cNvGrpSpPr/>
          <p:nvPr/>
        </p:nvGrpSpPr>
        <p:grpSpPr>
          <a:xfrm>
            <a:off x="5356732" y="1398157"/>
            <a:ext cx="1478536" cy="986062"/>
            <a:chOff x="4827142" y="3233149"/>
            <a:chExt cx="1478536" cy="98606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878A0D-FD7E-8FEA-B5D4-FC93BDE5A8B7}"/>
                </a:ext>
              </a:extLst>
            </p:cNvPr>
            <p:cNvSpPr/>
            <p:nvPr/>
          </p:nvSpPr>
          <p:spPr>
            <a:xfrm>
              <a:off x="4827142" y="3233149"/>
              <a:ext cx="1478536" cy="3917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DialogNode</a:t>
              </a:r>
              <a:endParaRPr lang="en-US" dirty="0"/>
            </a:p>
          </p:txBody>
        </p:sp>
        <p:pic>
          <p:nvPicPr>
            <p:cNvPr id="24" name="Graphic 23" descr="Leaf with solid fill">
              <a:extLst>
                <a:ext uri="{FF2B5EF4-FFF2-40B4-BE49-F238E27FC236}">
                  <a16:creationId xmlns:a16="http://schemas.microsoft.com/office/drawing/2014/main" id="{44FDC757-7A45-76D0-829C-4CDCC3677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69230" y="3624851"/>
              <a:ext cx="594360" cy="594360"/>
            </a:xfrm>
            <a:prstGeom prst="rect">
              <a:avLst/>
            </a:prstGeom>
          </p:spPr>
        </p:pic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5DC6392-E1A3-D595-C44D-C2CC18673C28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>
            <a:off x="4515309" y="1589115"/>
            <a:ext cx="841423" cy="4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3ED218-434F-6F3F-B224-C3611D5C51AE}"/>
              </a:ext>
            </a:extLst>
          </p:cNvPr>
          <p:cNvGrpSpPr/>
          <p:nvPr/>
        </p:nvGrpSpPr>
        <p:grpSpPr>
          <a:xfrm>
            <a:off x="5356732" y="3226872"/>
            <a:ext cx="1478536" cy="986062"/>
            <a:chOff x="4827142" y="3233149"/>
            <a:chExt cx="1478536" cy="98606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0A9DFD-9C56-1128-FF65-5EBDD4D45AC7}"/>
                </a:ext>
              </a:extLst>
            </p:cNvPr>
            <p:cNvSpPr/>
            <p:nvPr/>
          </p:nvSpPr>
          <p:spPr>
            <a:xfrm>
              <a:off x="4827142" y="3233149"/>
              <a:ext cx="1478536" cy="3917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DialogNode</a:t>
              </a:r>
              <a:endParaRPr lang="en-US" dirty="0"/>
            </a:p>
          </p:txBody>
        </p:sp>
        <p:pic>
          <p:nvPicPr>
            <p:cNvPr id="33" name="Graphic 32" descr="Leaf with solid fill">
              <a:extLst>
                <a:ext uri="{FF2B5EF4-FFF2-40B4-BE49-F238E27FC236}">
                  <a16:creationId xmlns:a16="http://schemas.microsoft.com/office/drawing/2014/main" id="{5598D13D-8995-B049-7A76-E969976BD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69230" y="3624851"/>
              <a:ext cx="594360" cy="594360"/>
            </a:xfrm>
            <a:prstGeom prst="rect">
              <a:avLst/>
            </a:prstGeom>
          </p:spPr>
        </p:pic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857F1B-CBC9-F93E-8994-A5040177C26C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4515309" y="3422723"/>
            <a:ext cx="841423" cy="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9546A4-F272-2F80-245E-7C40F3403F6F}"/>
              </a:ext>
            </a:extLst>
          </p:cNvPr>
          <p:cNvCxnSpPr>
            <a:cxnSpLocks/>
            <a:stCxn id="10" idx="3"/>
            <a:endCxn id="32" idx="1"/>
          </p:cNvCxnSpPr>
          <p:nvPr/>
        </p:nvCxnSpPr>
        <p:spPr>
          <a:xfrm flipV="1">
            <a:off x="4515309" y="3422723"/>
            <a:ext cx="841423" cy="1832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59DBE3C-81B0-CF72-C9E9-B4B60ACDF145}"/>
              </a:ext>
            </a:extLst>
          </p:cNvPr>
          <p:cNvGrpSpPr/>
          <p:nvPr/>
        </p:nvGrpSpPr>
        <p:grpSpPr>
          <a:xfrm>
            <a:off x="7483099" y="2638440"/>
            <a:ext cx="1371600" cy="1471118"/>
            <a:chOff x="2700485" y="4747238"/>
            <a:chExt cx="1371600" cy="1471118"/>
          </a:xfrm>
        </p:grpSpPr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49833BFE-FFF4-F27E-E97B-DE62068D0B4D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44" name="Graphic 43" descr="Decision chart with solid fill">
              <a:extLst>
                <a:ext uri="{FF2B5EF4-FFF2-40B4-BE49-F238E27FC236}">
                  <a16:creationId xmlns:a16="http://schemas.microsoft.com/office/drawing/2014/main" id="{D0E8809E-8D9C-08A7-49F4-FFCA6F165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1421FE-8BDD-419D-9991-DF8605BEA6B3}"/>
              </a:ext>
            </a:extLst>
          </p:cNvPr>
          <p:cNvGrpSpPr/>
          <p:nvPr/>
        </p:nvGrpSpPr>
        <p:grpSpPr>
          <a:xfrm>
            <a:off x="7483099" y="4469817"/>
            <a:ext cx="1371600" cy="1471118"/>
            <a:chOff x="2700485" y="4747238"/>
            <a:chExt cx="1371600" cy="1471118"/>
          </a:xfrm>
        </p:grpSpPr>
        <p:sp>
          <p:nvSpPr>
            <p:cNvPr id="46" name="Diamond 45">
              <a:extLst>
                <a:ext uri="{FF2B5EF4-FFF2-40B4-BE49-F238E27FC236}">
                  <a16:creationId xmlns:a16="http://schemas.microsoft.com/office/drawing/2014/main" id="{8411E40D-CF69-F9EF-DF39-C8125B6CE24D}"/>
                </a:ext>
              </a:extLst>
            </p:cNvPr>
            <p:cNvSpPr/>
            <p:nvPr/>
          </p:nvSpPr>
          <p:spPr>
            <a:xfrm>
              <a:off x="2700485" y="4846756"/>
              <a:ext cx="1371600" cy="1371600"/>
            </a:xfrm>
            <a:prstGeom prst="diamond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Dialog</a:t>
              </a:r>
            </a:p>
            <a:p>
              <a:pPr algn="ctr"/>
              <a:r>
                <a:rPr lang="en-US" sz="1400" dirty="0"/>
                <a:t>Choices</a:t>
              </a:r>
            </a:p>
          </p:txBody>
        </p:sp>
        <p:pic>
          <p:nvPicPr>
            <p:cNvPr id="47" name="Graphic 46" descr="Decision chart with solid fill">
              <a:extLst>
                <a:ext uri="{FF2B5EF4-FFF2-40B4-BE49-F238E27FC236}">
                  <a16:creationId xmlns:a16="http://schemas.microsoft.com/office/drawing/2014/main" id="{F10D7D6C-938E-E16F-0C21-41E246766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9105" y="4747238"/>
              <a:ext cx="594360" cy="594360"/>
            </a:xfrm>
            <a:prstGeom prst="rect">
              <a:avLst/>
            </a:prstGeom>
          </p:spPr>
        </p:pic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178F12-C76C-D9A5-B870-35E2F3188617}"/>
              </a:ext>
            </a:extLst>
          </p:cNvPr>
          <p:cNvCxnSpPr>
            <a:cxnSpLocks/>
            <a:stCxn id="43" idx="1"/>
            <a:endCxn id="32" idx="3"/>
          </p:cNvCxnSpPr>
          <p:nvPr/>
        </p:nvCxnSpPr>
        <p:spPr>
          <a:xfrm flipH="1" flipV="1">
            <a:off x="6835268" y="3422723"/>
            <a:ext cx="647831" cy="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2A1552-D348-29E8-5372-7E3148AF0D52}"/>
              </a:ext>
            </a:extLst>
          </p:cNvPr>
          <p:cNvCxnSpPr>
            <a:cxnSpLocks/>
            <a:stCxn id="46" idx="1"/>
            <a:endCxn id="32" idx="3"/>
          </p:cNvCxnSpPr>
          <p:nvPr/>
        </p:nvCxnSpPr>
        <p:spPr>
          <a:xfrm flipH="1" flipV="1">
            <a:off x="6835268" y="3422723"/>
            <a:ext cx="647831" cy="1832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38BC30C-B52D-6800-7632-2A500B289701}"/>
              </a:ext>
            </a:extLst>
          </p:cNvPr>
          <p:cNvSpPr/>
          <p:nvPr/>
        </p:nvSpPr>
        <p:spPr>
          <a:xfrm>
            <a:off x="90424" y="3437594"/>
            <a:ext cx="8077299" cy="3127953"/>
          </a:xfrm>
          <a:custGeom>
            <a:avLst/>
            <a:gdLst>
              <a:gd name="connsiteX0" fmla="*/ 8077299 w 8077299"/>
              <a:gd name="connsiteY0" fmla="*/ 2502568 h 3127953"/>
              <a:gd name="connsiteX1" fmla="*/ 3635928 w 8077299"/>
              <a:gd name="connsiteY1" fmla="*/ 3121335 h 3127953"/>
              <a:gd name="connsiteX2" fmla="*/ 1050857 w 8077299"/>
              <a:gd name="connsiteY2" fmla="*/ 2151934 h 3127953"/>
              <a:gd name="connsiteX3" fmla="*/ 60830 w 8077299"/>
              <a:gd name="connsiteY3" fmla="*/ 378135 h 3127953"/>
              <a:gd name="connsiteX4" fmla="*/ 191459 w 8077299"/>
              <a:gd name="connsiteY4" fmla="*/ 0 h 3127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7299" h="3127953">
                <a:moveTo>
                  <a:pt x="8077299" y="2502568"/>
                </a:moveTo>
                <a:cubicBezTo>
                  <a:pt x="6442150" y="2841171"/>
                  <a:pt x="4807002" y="3179774"/>
                  <a:pt x="3635928" y="3121335"/>
                </a:cubicBezTo>
                <a:cubicBezTo>
                  <a:pt x="2464854" y="3062896"/>
                  <a:pt x="1646707" y="2609134"/>
                  <a:pt x="1050857" y="2151934"/>
                </a:cubicBezTo>
                <a:cubicBezTo>
                  <a:pt x="455007" y="1694734"/>
                  <a:pt x="204063" y="736791"/>
                  <a:pt x="60830" y="378135"/>
                </a:cubicBezTo>
                <a:cubicBezTo>
                  <a:pt x="-82403" y="19479"/>
                  <a:pt x="54528" y="9739"/>
                  <a:pt x="19145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A6742EC-CFDC-8A30-3DFB-A91FC4A48089}"/>
              </a:ext>
            </a:extLst>
          </p:cNvPr>
          <p:cNvSpPr/>
          <p:nvPr/>
        </p:nvSpPr>
        <p:spPr>
          <a:xfrm>
            <a:off x="10191678" y="3234690"/>
            <a:ext cx="1203158" cy="37813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6DE0578-4CAF-0DF7-C53A-C3110AC2A276}"/>
              </a:ext>
            </a:extLst>
          </p:cNvPr>
          <p:cNvCxnSpPr>
            <a:cxnSpLocks/>
            <a:stCxn id="56" idx="1"/>
            <a:endCxn id="43" idx="3"/>
          </p:cNvCxnSpPr>
          <p:nvPr/>
        </p:nvCxnSpPr>
        <p:spPr>
          <a:xfrm flipH="1">
            <a:off x="8854699" y="3423758"/>
            <a:ext cx="13369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1E89D0A-C2FA-A2D6-A5A4-2823FA3D4333}"/>
              </a:ext>
            </a:extLst>
          </p:cNvPr>
          <p:cNvCxnSpPr>
            <a:cxnSpLocks/>
            <a:stCxn id="23" idx="3"/>
            <a:endCxn id="56" idx="1"/>
          </p:cNvCxnSpPr>
          <p:nvPr/>
        </p:nvCxnSpPr>
        <p:spPr>
          <a:xfrm>
            <a:off x="6835268" y="1594008"/>
            <a:ext cx="3356410" cy="1829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8FBF2D9-AC63-B9D9-9304-B19B0E331933}"/>
              </a:ext>
            </a:extLst>
          </p:cNvPr>
          <p:cNvSpPr/>
          <p:nvPr/>
        </p:nvSpPr>
        <p:spPr>
          <a:xfrm>
            <a:off x="289517" y="2113345"/>
            <a:ext cx="1478535" cy="39553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Start/Trigger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37BA8A1-B1E8-1F77-EC4D-17CDC0F5B15C}"/>
              </a:ext>
            </a:extLst>
          </p:cNvPr>
          <p:cNvCxnSpPr>
            <a:cxnSpLocks/>
            <a:stCxn id="4" idx="0"/>
            <a:endCxn id="64" idx="2"/>
          </p:cNvCxnSpPr>
          <p:nvPr/>
        </p:nvCxnSpPr>
        <p:spPr>
          <a:xfrm flipH="1" flipV="1">
            <a:off x="1028785" y="2508882"/>
            <a:ext cx="1" cy="724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69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AC31853-0EBE-D1A2-91F6-3233C4C9890E}"/>
              </a:ext>
            </a:extLst>
          </p:cNvPr>
          <p:cNvGrpSpPr/>
          <p:nvPr/>
        </p:nvGrpSpPr>
        <p:grpSpPr>
          <a:xfrm>
            <a:off x="277402" y="789121"/>
            <a:ext cx="2537717" cy="1697804"/>
            <a:chOff x="277402" y="359596"/>
            <a:chExt cx="2537717" cy="1697804"/>
          </a:xfrm>
        </p:grpSpPr>
        <p:pic>
          <p:nvPicPr>
            <p:cNvPr id="5" name="Graphic 4" descr="Game controller with solid fill">
              <a:extLst>
                <a:ext uri="{FF2B5EF4-FFF2-40B4-BE49-F238E27FC236}">
                  <a16:creationId xmlns:a16="http://schemas.microsoft.com/office/drawing/2014/main" id="{79578406-A4F0-2239-89B4-F325ADAAD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6801" y="1143000"/>
              <a:ext cx="914400" cy="9144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13CB13-75E8-ED39-2D4D-EA7AC1427415}"/>
                </a:ext>
              </a:extLst>
            </p:cNvPr>
            <p:cNvSpPr/>
            <p:nvPr/>
          </p:nvSpPr>
          <p:spPr>
            <a:xfrm>
              <a:off x="277402" y="359596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Player Controller</a:t>
              </a:r>
            </a:p>
            <a:p>
              <a:pPr algn="ctr"/>
              <a:r>
                <a:rPr lang="en-US" dirty="0"/>
                <a:t>Input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A7373E-84F4-00B9-F1CD-B216FFDB8CA8}"/>
              </a:ext>
            </a:extLst>
          </p:cNvPr>
          <p:cNvGrpSpPr/>
          <p:nvPr/>
        </p:nvGrpSpPr>
        <p:grpSpPr>
          <a:xfrm>
            <a:off x="4827141" y="753161"/>
            <a:ext cx="2537717" cy="1769724"/>
            <a:chOff x="4827141" y="359596"/>
            <a:chExt cx="2537717" cy="1769724"/>
          </a:xfrm>
        </p:grpSpPr>
        <p:pic>
          <p:nvPicPr>
            <p:cNvPr id="13" name="Graphic 12" descr="Thought bubble with solid fill">
              <a:extLst>
                <a:ext uri="{FF2B5EF4-FFF2-40B4-BE49-F238E27FC236}">
                  <a16:creationId xmlns:a16="http://schemas.microsoft.com/office/drawing/2014/main" id="{5D5B291F-23BF-8040-8DDC-727E2168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8800" y="1214920"/>
              <a:ext cx="914400" cy="9144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00445E-059F-1390-A042-EB417FE58E04}"/>
                </a:ext>
              </a:extLst>
            </p:cNvPr>
            <p:cNvSpPr/>
            <p:nvPr/>
          </p:nvSpPr>
          <p:spPr>
            <a:xfrm>
              <a:off x="4827141" y="359596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DialogTrigger.cs</a:t>
              </a:r>
              <a:endParaRPr lang="en-US" dirty="0"/>
            </a:p>
            <a:p>
              <a:pPr algn="ctr"/>
              <a:r>
                <a:rPr lang="en-US" dirty="0"/>
                <a:t>“e” , Spotlight, proximity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70DF958-CA26-BFB9-E566-0EB04C14FF39}"/>
              </a:ext>
            </a:extLst>
          </p:cNvPr>
          <p:cNvGrpSpPr/>
          <p:nvPr/>
        </p:nvGrpSpPr>
        <p:grpSpPr>
          <a:xfrm>
            <a:off x="9376881" y="764078"/>
            <a:ext cx="2537717" cy="1747890"/>
            <a:chOff x="8811453" y="309510"/>
            <a:chExt cx="2537717" cy="1747890"/>
          </a:xfrm>
        </p:grpSpPr>
        <p:pic>
          <p:nvPicPr>
            <p:cNvPr id="11" name="Graphic 10" descr="Open folder with solid fill">
              <a:extLst>
                <a:ext uri="{FF2B5EF4-FFF2-40B4-BE49-F238E27FC236}">
                  <a16:creationId xmlns:a16="http://schemas.microsoft.com/office/drawing/2014/main" id="{9B1B18CA-AC03-5F74-606A-C5283064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23112" y="1143000"/>
              <a:ext cx="914400" cy="9144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59C71C-9626-6C76-F937-9552AD75B392}"/>
                </a:ext>
              </a:extLst>
            </p:cNvPr>
            <p:cNvSpPr/>
            <p:nvPr/>
          </p:nvSpPr>
          <p:spPr>
            <a:xfrm>
              <a:off x="8811453" y="309510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NPCContent</a:t>
              </a:r>
              <a:endParaRPr lang="en-US" dirty="0"/>
            </a:p>
            <a:p>
              <a:pPr algn="ctr"/>
              <a:r>
                <a:rPr lang="en-US" dirty="0" err="1"/>
                <a:t>DialogTree</a:t>
              </a:r>
              <a:endParaRPr lang="en-US" dirty="0"/>
            </a:p>
            <a:p>
              <a:pPr algn="ctr"/>
              <a:r>
                <a:rPr lang="en-US" dirty="0"/>
                <a:t>(Inventory)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7A0523-9B27-F38C-D46E-8F4BAF1CF842}"/>
              </a:ext>
            </a:extLst>
          </p:cNvPr>
          <p:cNvGrpSpPr/>
          <p:nvPr/>
        </p:nvGrpSpPr>
        <p:grpSpPr>
          <a:xfrm>
            <a:off x="2891827" y="3720271"/>
            <a:ext cx="3661373" cy="914400"/>
            <a:chOff x="2891827" y="2965129"/>
            <a:chExt cx="3661373" cy="914400"/>
          </a:xfrm>
        </p:grpSpPr>
        <p:pic>
          <p:nvPicPr>
            <p:cNvPr id="9" name="Graphic 8" descr="Ui Ux with solid fill">
              <a:extLst>
                <a:ext uri="{FF2B5EF4-FFF2-40B4-BE49-F238E27FC236}">
                  <a16:creationId xmlns:a16="http://schemas.microsoft.com/office/drawing/2014/main" id="{379D6C14-D62C-518B-389F-D52D1DD4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2965129"/>
              <a:ext cx="914400" cy="9144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42F0BA-16DD-3D53-CAF6-7B899A9F56BA}"/>
                </a:ext>
              </a:extLst>
            </p:cNvPr>
            <p:cNvSpPr/>
            <p:nvPr/>
          </p:nvSpPr>
          <p:spPr>
            <a:xfrm>
              <a:off x="2891827" y="3030627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DialogManager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9B16F5-BBB7-0412-8842-A54F3C4D1EB4}"/>
              </a:ext>
            </a:extLst>
          </p:cNvPr>
          <p:cNvGrpSpPr/>
          <p:nvPr/>
        </p:nvGrpSpPr>
        <p:grpSpPr>
          <a:xfrm>
            <a:off x="2891827" y="5804386"/>
            <a:ext cx="3699026" cy="914400"/>
            <a:chOff x="2891827" y="5383151"/>
            <a:chExt cx="3699026" cy="914400"/>
          </a:xfrm>
        </p:grpSpPr>
        <p:pic>
          <p:nvPicPr>
            <p:cNvPr id="7" name="Graphic 6" descr="Puzzle pieces with solid fill">
              <a:extLst>
                <a:ext uri="{FF2B5EF4-FFF2-40B4-BE49-F238E27FC236}">
                  <a16:creationId xmlns:a16="http://schemas.microsoft.com/office/drawing/2014/main" id="{47EC5498-E55E-585A-51D0-A1383B033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76453" y="5383151"/>
              <a:ext cx="914400" cy="9144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E3388D-3D36-117D-D92B-0AD31A111E99}"/>
                </a:ext>
              </a:extLst>
            </p:cNvPr>
            <p:cNvSpPr/>
            <p:nvPr/>
          </p:nvSpPr>
          <p:spPr>
            <a:xfrm>
              <a:off x="2891827" y="5448649"/>
              <a:ext cx="2537717" cy="7834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DialogNavigator</a:t>
              </a:r>
              <a:endParaRPr lang="en-US" dirty="0"/>
            </a:p>
          </p:txBody>
        </p:sp>
      </p:grpSp>
      <p:pic>
        <p:nvPicPr>
          <p:cNvPr id="20" name="Graphic 19" descr="Arrow Right with solid fill">
            <a:extLst>
              <a:ext uri="{FF2B5EF4-FFF2-40B4-BE49-F238E27FC236}">
                <a16:creationId xmlns:a16="http://schemas.microsoft.com/office/drawing/2014/main" id="{DD182462-91F1-9767-C58B-61B89D22F7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63930" y="1180823"/>
            <a:ext cx="914400" cy="914400"/>
          </a:xfrm>
          <a:prstGeom prst="rect">
            <a:avLst/>
          </a:prstGeom>
        </p:spPr>
      </p:pic>
      <p:pic>
        <p:nvPicPr>
          <p:cNvPr id="22" name="Graphic 21" descr="Sort with solid fill">
            <a:extLst>
              <a:ext uri="{FF2B5EF4-FFF2-40B4-BE49-F238E27FC236}">
                <a16:creationId xmlns:a16="http://schemas.microsoft.com/office/drawing/2014/main" id="{C1953AE4-BF89-915B-EAD4-7228DAD675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7913669" y="1180823"/>
            <a:ext cx="914400" cy="914400"/>
          </a:xfrm>
          <a:prstGeom prst="rect">
            <a:avLst/>
          </a:prstGeom>
        </p:spPr>
      </p:pic>
      <p:pic>
        <p:nvPicPr>
          <p:cNvPr id="23" name="Graphic 22" descr="Sort with solid fill">
            <a:extLst>
              <a:ext uri="{FF2B5EF4-FFF2-40B4-BE49-F238E27FC236}">
                <a16:creationId xmlns:a16="http://schemas.microsoft.com/office/drawing/2014/main" id="{64E61BF3-2146-A1AA-1451-C29A639DCE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8800" y="4762329"/>
            <a:ext cx="914400" cy="914400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2AEBAAA1-3E36-BE55-35B9-DB32288EAD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5638799" y="2678213"/>
            <a:ext cx="914400" cy="914400"/>
          </a:xfrm>
          <a:prstGeom prst="rect">
            <a:avLst/>
          </a:prstGeom>
        </p:spPr>
      </p:pic>
      <p:sp>
        <p:nvSpPr>
          <p:cNvPr id="30" name="Title 29">
            <a:extLst>
              <a:ext uri="{FF2B5EF4-FFF2-40B4-BE49-F238E27FC236}">
                <a16:creationId xmlns:a16="http://schemas.microsoft.com/office/drawing/2014/main" id="{07FFBE1D-060D-C9DF-A257-AF34C213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445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Dialog System</a:t>
            </a:r>
          </a:p>
        </p:txBody>
      </p:sp>
      <p:pic>
        <p:nvPicPr>
          <p:cNvPr id="2" name="Graphic 1" descr="Tree With Roots with solid fill">
            <a:extLst>
              <a:ext uri="{FF2B5EF4-FFF2-40B4-BE49-F238E27FC236}">
                <a16:creationId xmlns:a16="http://schemas.microsoft.com/office/drawing/2014/main" id="{9EEE5B69-0D01-1342-8023-C60A407457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13186" y="1730918"/>
            <a:ext cx="597613" cy="5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2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B8F1-A9B2-174F-C7D5-E5D4E3F6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9" y="136526"/>
            <a:ext cx="11878322" cy="1463674"/>
          </a:xfrm>
        </p:spPr>
        <p:txBody>
          <a:bodyPr>
            <a:normAutofit/>
          </a:bodyPr>
          <a:lstStyle/>
          <a:p>
            <a:r>
              <a:rPr lang="en-US" dirty="0"/>
              <a:t>“Whiteboarding Practice: </a:t>
            </a:r>
            <a:br>
              <a:rPr lang="en-US" dirty="0"/>
            </a:br>
            <a:r>
              <a:rPr lang="en-US" dirty="0"/>
              <a:t>Palindrome?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70719-4C5B-EC90-71E7-56E7E7FCA025}"/>
              </a:ext>
            </a:extLst>
          </p:cNvPr>
          <p:cNvSpPr txBox="1"/>
          <p:nvPr/>
        </p:nvSpPr>
        <p:spPr>
          <a:xfrm>
            <a:off x="55001" y="2597102"/>
            <a:ext cx="4558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Bool </a:t>
            </a:r>
            <a:r>
              <a:rPr lang="en-US" dirty="0" err="1"/>
              <a:t>IsPalindrome</a:t>
            </a:r>
            <a:r>
              <a:rPr lang="en-US" dirty="0"/>
              <a:t>(String Input)</a:t>
            </a:r>
          </a:p>
          <a:p>
            <a:r>
              <a:rPr lang="en-US" dirty="0"/>
              <a:t>// double pointer</a:t>
            </a:r>
          </a:p>
          <a:p>
            <a:r>
              <a:rPr lang="en-US" dirty="0"/>
              <a:t>For (int I = 0, I = </a:t>
            </a:r>
            <a:r>
              <a:rPr lang="en-US" dirty="0" err="1"/>
              <a:t>input.length</a:t>
            </a:r>
            <a:r>
              <a:rPr lang="en-US" dirty="0"/>
              <a:t>/2,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	If </a:t>
            </a:r>
          </a:p>
          <a:p>
            <a:r>
              <a:rPr lang="en-US" dirty="0"/>
              <a:t>	(!input[</a:t>
            </a:r>
            <a:r>
              <a:rPr lang="en-US" dirty="0" err="1"/>
              <a:t>i</a:t>
            </a:r>
            <a:r>
              <a:rPr lang="en-US" dirty="0"/>
              <a:t>] = input[length-i-1])</a:t>
            </a:r>
          </a:p>
          <a:p>
            <a:r>
              <a:rPr lang="en-US" dirty="0"/>
              <a:t>		return false</a:t>
            </a:r>
          </a:p>
          <a:p>
            <a:r>
              <a:rPr lang="en-US" dirty="0"/>
              <a:t>Return 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56274-891A-2CA0-4C4D-AC724B332AE0}"/>
              </a:ext>
            </a:extLst>
          </p:cNvPr>
          <p:cNvSpPr txBox="1"/>
          <p:nvPr/>
        </p:nvSpPr>
        <p:spPr>
          <a:xfrm>
            <a:off x="55000" y="1600200"/>
            <a:ext cx="11878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Word the same forward and back. Does not include spaces. Capital case matches lower case.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1200C5-FE71-CA93-78F4-AB838D5B47BA}"/>
              </a:ext>
            </a:extLst>
          </p:cNvPr>
          <p:cNvSpPr txBox="1"/>
          <p:nvPr/>
        </p:nvSpPr>
        <p:spPr>
          <a:xfrm>
            <a:off x="6096000" y="2715699"/>
            <a:ext cx="2394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Cases:</a:t>
            </a:r>
          </a:p>
          <a:p>
            <a:endParaRPr lang="en-US" dirty="0"/>
          </a:p>
          <a:p>
            <a:r>
              <a:rPr lang="en-US" dirty="0"/>
              <a:t>Hello World!</a:t>
            </a:r>
          </a:p>
          <a:p>
            <a:endParaRPr lang="en-US" dirty="0"/>
          </a:p>
          <a:p>
            <a:r>
              <a:rPr lang="en-US" dirty="0"/>
              <a:t>Racecar</a:t>
            </a:r>
          </a:p>
          <a:p>
            <a:endParaRPr lang="en-US" dirty="0"/>
          </a:p>
          <a:p>
            <a:r>
              <a:rPr lang="en-US" dirty="0"/>
              <a:t>Tsunami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C223210-E8FB-6C37-803D-C0C88D284756}"/>
              </a:ext>
            </a:extLst>
          </p:cNvPr>
          <p:cNvSpPr/>
          <p:nvPr/>
        </p:nvSpPr>
        <p:spPr>
          <a:xfrm>
            <a:off x="6291270" y="3612764"/>
            <a:ext cx="209694" cy="24063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5FB2118-BDED-8A29-FE7A-61A7F3376254}"/>
              </a:ext>
            </a:extLst>
          </p:cNvPr>
          <p:cNvSpPr/>
          <p:nvPr/>
        </p:nvSpPr>
        <p:spPr>
          <a:xfrm>
            <a:off x="6758788" y="3612953"/>
            <a:ext cx="209694" cy="2406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0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155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Dialog Tree Class Diagram</vt:lpstr>
      <vt:lpstr>Dialog Tree Structure</vt:lpstr>
      <vt:lpstr>Dialog System</vt:lpstr>
      <vt:lpstr>“Whiteboarding Practice:  Palindrome?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Taylor</dc:creator>
  <cp:lastModifiedBy>Jack Taylor</cp:lastModifiedBy>
  <cp:revision>1</cp:revision>
  <dcterms:created xsi:type="dcterms:W3CDTF">2025-10-09T14:48:41Z</dcterms:created>
  <dcterms:modified xsi:type="dcterms:W3CDTF">2025-10-17T16:43:55Z</dcterms:modified>
</cp:coreProperties>
</file>